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61" r:id="rId7"/>
    <p:sldId id="302" r:id="rId8"/>
    <p:sldId id="269" r:id="rId9"/>
    <p:sldId id="309" r:id="rId10"/>
    <p:sldId id="318" r:id="rId11"/>
    <p:sldId id="322" r:id="rId12"/>
    <p:sldId id="266" r:id="rId13"/>
    <p:sldId id="265" r:id="rId14"/>
    <p:sldId id="315" r:id="rId15"/>
    <p:sldId id="277" r:id="rId16"/>
    <p:sldId id="316" r:id="rId17"/>
  </p:sldIdLst>
  <p:sldSz cx="9144000" cy="5143500"/>
  <p:notesSz cx="6858000" cy="9144000"/>
  <p:embeddedFontLst>
    <p:embeddedFont>
      <p:font typeface="Montserrat ExtraBold"/>
      <p:bold r:id="rId21"/>
      <p:boldItalic r:id="rId22"/>
    </p:embeddedFont>
    <p:embeddedFont>
      <p:font typeface="Open Sans"/>
      <p:bold r:id="rId23"/>
      <p:italic r:id="rId24"/>
    </p:embeddedFont>
    <p:embeddedFont>
      <p:font typeface="Raleway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4dfce81f19_0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4dfce81f19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23a928357b5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3a928357b5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54dda1946d_6_3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54dda1946d_6_3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54dda1946d_6_3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54dda1946d_6_3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23a928357b5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23a928357b5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23a928357b5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23a928357b5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3a928357b5_0_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3a928357b5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3a928357b5_0_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3a928357b5_0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54dda1946d_6_3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54dda1946d_6_3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3a928357b5_0_1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3a928357b5_0_1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24800" y="905875"/>
            <a:ext cx="6360300" cy="25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1024800" y="3671850"/>
            <a:ext cx="6360300" cy="43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/>
          <p:nvPr/>
        </p:nvSpPr>
        <p:spPr>
          <a:xfrm>
            <a:off x="84959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Google Shape;13;p2"/>
          <p:cNvSpPr/>
          <p:nvPr/>
        </p:nvSpPr>
        <p:spPr>
          <a:xfrm flipH="1">
            <a:off x="6083675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2"/>
          <p:cNvSpPr/>
          <p:nvPr/>
        </p:nvSpPr>
        <p:spPr>
          <a:xfrm flipH="1">
            <a:off x="572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Google Shape;15;p2"/>
          <p:cNvSpPr/>
          <p:nvPr/>
        </p:nvSpPr>
        <p:spPr>
          <a:xfrm flipH="1">
            <a:off x="536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Google Shape;16;p2"/>
          <p:cNvSpPr/>
          <p:nvPr/>
        </p:nvSpPr>
        <p:spPr>
          <a:xfrm flipH="1">
            <a:off x="7344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p2"/>
          <p:cNvSpPr/>
          <p:nvPr/>
        </p:nvSpPr>
        <p:spPr>
          <a:xfrm>
            <a:off x="7164400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2"/>
          <p:cNvSpPr/>
          <p:nvPr/>
        </p:nvSpPr>
        <p:spPr>
          <a:xfrm>
            <a:off x="7884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2"/>
          <p:cNvSpPr/>
          <p:nvPr/>
        </p:nvSpPr>
        <p:spPr>
          <a:xfrm>
            <a:off x="8244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2"/>
          <p:cNvSpPr/>
          <p:nvPr/>
        </p:nvSpPr>
        <p:spPr>
          <a:xfrm flipH="1">
            <a:off x="23492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2"/>
          <p:cNvSpPr/>
          <p:nvPr/>
        </p:nvSpPr>
        <p:spPr>
          <a:xfrm>
            <a:off x="720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2"/>
          <p:cNvSpPr/>
          <p:nvPr/>
        </p:nvSpPr>
        <p:spPr>
          <a:xfrm>
            <a:off x="-10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3" name="Google Shape;23;p2"/>
          <p:cNvGrpSpPr/>
          <p:nvPr/>
        </p:nvGrpSpPr>
        <p:grpSpPr>
          <a:xfrm>
            <a:off x="144000" y="539500"/>
            <a:ext cx="360000" cy="1476000"/>
            <a:chOff x="0" y="3128000"/>
            <a:chExt cx="360000" cy="1476000"/>
          </a:xfrm>
        </p:grpSpPr>
        <p:sp>
          <p:nvSpPr>
            <p:cNvPr id="24" name="Google Shape;24;p2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8639950" y="3128000"/>
            <a:ext cx="360000" cy="1476000"/>
            <a:chOff x="0" y="3128000"/>
            <a:chExt cx="360000" cy="1476000"/>
          </a:xfrm>
        </p:grpSpPr>
        <p:sp>
          <p:nvSpPr>
            <p:cNvPr id="35" name="Google Shape;35;p2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3"/>
          <p:cNvSpPr/>
          <p:nvPr/>
        </p:nvSpPr>
        <p:spPr>
          <a:xfrm>
            <a:off x="84959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8" name="Google Shape;48;p3"/>
          <p:cNvGrpSpPr/>
          <p:nvPr/>
        </p:nvGrpSpPr>
        <p:grpSpPr>
          <a:xfrm>
            <a:off x="144000" y="3128000"/>
            <a:ext cx="360000" cy="1476000"/>
            <a:chOff x="0" y="3128000"/>
            <a:chExt cx="360000" cy="1476000"/>
          </a:xfrm>
        </p:grpSpPr>
        <p:sp>
          <p:nvSpPr>
            <p:cNvPr id="49" name="Google Shape;49;p3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9" name="Google Shape;59;p3"/>
          <p:cNvGrpSpPr/>
          <p:nvPr/>
        </p:nvGrpSpPr>
        <p:grpSpPr>
          <a:xfrm>
            <a:off x="8639950" y="539500"/>
            <a:ext cx="360000" cy="1476000"/>
            <a:chOff x="0" y="3128000"/>
            <a:chExt cx="360000" cy="1476000"/>
          </a:xfrm>
        </p:grpSpPr>
        <p:sp>
          <p:nvSpPr>
            <p:cNvPr id="60" name="Google Shape;60;p3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0" name="Google Shape;70;p3"/>
          <p:cNvSpPr/>
          <p:nvPr/>
        </p:nvSpPr>
        <p:spPr>
          <a:xfrm flipH="1">
            <a:off x="6083675" y="460337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3"/>
          <p:cNvSpPr/>
          <p:nvPr/>
        </p:nvSpPr>
        <p:spPr>
          <a:xfrm flipH="1">
            <a:off x="5724075" y="496337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3"/>
          <p:cNvSpPr/>
          <p:nvPr/>
        </p:nvSpPr>
        <p:spPr>
          <a:xfrm flipH="1">
            <a:off x="5364075" y="496337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3"/>
          <p:cNvSpPr/>
          <p:nvPr/>
        </p:nvSpPr>
        <p:spPr>
          <a:xfrm flipH="1">
            <a:off x="7344000" y="487337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Google Shape;74;p3"/>
          <p:cNvSpPr/>
          <p:nvPr/>
        </p:nvSpPr>
        <p:spPr>
          <a:xfrm>
            <a:off x="7344000" y="-18075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" name="Google Shape;75;p3"/>
          <p:cNvSpPr/>
          <p:nvPr/>
        </p:nvSpPr>
        <p:spPr>
          <a:xfrm flipH="1">
            <a:off x="3096000" y="17925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Google Shape;76;p3"/>
          <p:cNvSpPr txBox="1"/>
          <p:nvPr>
            <p:ph type="title"/>
          </p:nvPr>
        </p:nvSpPr>
        <p:spPr>
          <a:xfrm>
            <a:off x="3752400" y="2309375"/>
            <a:ext cx="46716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7" name="Google Shape;77;p3"/>
          <p:cNvSpPr txBox="1"/>
          <p:nvPr>
            <p:ph type="title" idx="2" hasCustomPrompt="1"/>
          </p:nvPr>
        </p:nvSpPr>
        <p:spPr>
          <a:xfrm>
            <a:off x="3752400" y="1093700"/>
            <a:ext cx="1152000" cy="110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3"/>
          <p:cNvSpPr/>
          <p:nvPr>
            <p:ph type="pic" idx="3"/>
          </p:nvPr>
        </p:nvSpPr>
        <p:spPr>
          <a:xfrm>
            <a:off x="720000" y="539500"/>
            <a:ext cx="28800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720000" y="539500"/>
            <a:ext cx="77040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4"/>
          <p:cNvSpPr txBox="1"/>
          <p:nvPr>
            <p:ph type="body" idx="1"/>
          </p:nvPr>
        </p:nvSpPr>
        <p:spPr>
          <a:xfrm>
            <a:off x="720000" y="118750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82" name="Google Shape;82;p4"/>
          <p:cNvSpPr/>
          <p:nvPr/>
        </p:nvSpPr>
        <p:spPr>
          <a:xfrm>
            <a:off x="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4"/>
          <p:cNvSpPr/>
          <p:nvPr/>
        </p:nvSpPr>
        <p:spPr>
          <a:xfrm>
            <a:off x="84959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4" name="Google Shape;84;p4"/>
          <p:cNvGrpSpPr/>
          <p:nvPr/>
        </p:nvGrpSpPr>
        <p:grpSpPr>
          <a:xfrm>
            <a:off x="8639950" y="3128000"/>
            <a:ext cx="360000" cy="1476000"/>
            <a:chOff x="0" y="3128000"/>
            <a:chExt cx="360000" cy="1476000"/>
          </a:xfrm>
        </p:grpSpPr>
        <p:sp>
          <p:nvSpPr>
            <p:cNvPr id="85" name="Google Shape;85;p4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5" name="Google Shape;95;p4"/>
          <p:cNvSpPr/>
          <p:nvPr/>
        </p:nvSpPr>
        <p:spPr>
          <a:xfrm flipH="1">
            <a:off x="6083675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4"/>
          <p:cNvSpPr/>
          <p:nvPr/>
        </p:nvSpPr>
        <p:spPr>
          <a:xfrm flipH="1">
            <a:off x="572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4"/>
          <p:cNvSpPr/>
          <p:nvPr/>
        </p:nvSpPr>
        <p:spPr>
          <a:xfrm flipH="1">
            <a:off x="536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4"/>
          <p:cNvSpPr/>
          <p:nvPr/>
        </p:nvSpPr>
        <p:spPr>
          <a:xfrm flipH="1">
            <a:off x="7344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4"/>
          <p:cNvSpPr/>
          <p:nvPr/>
        </p:nvSpPr>
        <p:spPr>
          <a:xfrm>
            <a:off x="7164400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4"/>
          <p:cNvSpPr/>
          <p:nvPr/>
        </p:nvSpPr>
        <p:spPr>
          <a:xfrm>
            <a:off x="7884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4"/>
          <p:cNvSpPr/>
          <p:nvPr/>
        </p:nvSpPr>
        <p:spPr>
          <a:xfrm>
            <a:off x="8244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4"/>
          <p:cNvSpPr/>
          <p:nvPr/>
        </p:nvSpPr>
        <p:spPr>
          <a:xfrm flipH="1">
            <a:off x="23492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"/>
          <p:cNvSpPr/>
          <p:nvPr/>
        </p:nvSpPr>
        <p:spPr>
          <a:xfrm>
            <a:off x="720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4"/>
          <p:cNvSpPr/>
          <p:nvPr/>
        </p:nvSpPr>
        <p:spPr>
          <a:xfrm>
            <a:off x="-10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5" name="Google Shape;105;p4"/>
          <p:cNvGrpSpPr/>
          <p:nvPr/>
        </p:nvGrpSpPr>
        <p:grpSpPr>
          <a:xfrm>
            <a:off x="144000" y="539500"/>
            <a:ext cx="360000" cy="1476000"/>
            <a:chOff x="0" y="3128000"/>
            <a:chExt cx="360000" cy="1476000"/>
          </a:xfrm>
        </p:grpSpPr>
        <p:sp>
          <p:nvSpPr>
            <p:cNvPr id="106" name="Google Shape;106;p4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5"/>
          <p:cNvSpPr/>
          <p:nvPr/>
        </p:nvSpPr>
        <p:spPr>
          <a:xfrm>
            <a:off x="84959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9" name="Google Shape;119;p5"/>
          <p:cNvGrpSpPr/>
          <p:nvPr/>
        </p:nvGrpSpPr>
        <p:grpSpPr>
          <a:xfrm>
            <a:off x="8639950" y="3128000"/>
            <a:ext cx="360000" cy="1476000"/>
            <a:chOff x="0" y="3128000"/>
            <a:chExt cx="360000" cy="1476000"/>
          </a:xfrm>
        </p:grpSpPr>
        <p:sp>
          <p:nvSpPr>
            <p:cNvPr id="120" name="Google Shape;120;p5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0" name="Google Shape;130;p5"/>
          <p:cNvSpPr/>
          <p:nvPr/>
        </p:nvSpPr>
        <p:spPr>
          <a:xfrm flipH="1">
            <a:off x="6083675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5"/>
          <p:cNvSpPr/>
          <p:nvPr/>
        </p:nvSpPr>
        <p:spPr>
          <a:xfrm flipH="1">
            <a:off x="572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5"/>
          <p:cNvSpPr/>
          <p:nvPr/>
        </p:nvSpPr>
        <p:spPr>
          <a:xfrm flipH="1">
            <a:off x="536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5"/>
          <p:cNvSpPr/>
          <p:nvPr/>
        </p:nvSpPr>
        <p:spPr>
          <a:xfrm flipH="1">
            <a:off x="7344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5"/>
          <p:cNvSpPr/>
          <p:nvPr/>
        </p:nvSpPr>
        <p:spPr>
          <a:xfrm>
            <a:off x="7164400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5"/>
          <p:cNvSpPr/>
          <p:nvPr/>
        </p:nvSpPr>
        <p:spPr>
          <a:xfrm>
            <a:off x="7884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5"/>
          <p:cNvSpPr/>
          <p:nvPr/>
        </p:nvSpPr>
        <p:spPr>
          <a:xfrm>
            <a:off x="8244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5"/>
          <p:cNvSpPr/>
          <p:nvPr/>
        </p:nvSpPr>
        <p:spPr>
          <a:xfrm flipH="1">
            <a:off x="23492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5"/>
          <p:cNvSpPr/>
          <p:nvPr/>
        </p:nvSpPr>
        <p:spPr>
          <a:xfrm>
            <a:off x="720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5"/>
          <p:cNvSpPr/>
          <p:nvPr/>
        </p:nvSpPr>
        <p:spPr>
          <a:xfrm>
            <a:off x="-10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0" name="Google Shape;140;p5"/>
          <p:cNvGrpSpPr/>
          <p:nvPr/>
        </p:nvGrpSpPr>
        <p:grpSpPr>
          <a:xfrm>
            <a:off x="144000" y="539500"/>
            <a:ext cx="360000" cy="1476000"/>
            <a:chOff x="0" y="3128000"/>
            <a:chExt cx="360000" cy="1476000"/>
          </a:xfrm>
        </p:grpSpPr>
        <p:sp>
          <p:nvSpPr>
            <p:cNvPr id="141" name="Google Shape;141;p5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1" name="Google Shape;151;p5"/>
          <p:cNvSpPr txBox="1"/>
          <p:nvPr>
            <p:ph type="title"/>
          </p:nvPr>
        </p:nvSpPr>
        <p:spPr>
          <a:xfrm>
            <a:off x="720000" y="539875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5"/>
          <p:cNvSpPr txBox="1"/>
          <p:nvPr>
            <p:ph type="subTitle" idx="1"/>
          </p:nvPr>
        </p:nvSpPr>
        <p:spPr>
          <a:xfrm>
            <a:off x="4871967" y="2360108"/>
            <a:ext cx="29520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5"/>
          <p:cNvSpPr txBox="1"/>
          <p:nvPr>
            <p:ph type="subTitle" idx="2"/>
          </p:nvPr>
        </p:nvSpPr>
        <p:spPr>
          <a:xfrm>
            <a:off x="1319933" y="2360111"/>
            <a:ext cx="29520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5"/>
          <p:cNvSpPr txBox="1"/>
          <p:nvPr>
            <p:ph type="subTitle" idx="3"/>
          </p:nvPr>
        </p:nvSpPr>
        <p:spPr>
          <a:xfrm>
            <a:off x="1319933" y="1898417"/>
            <a:ext cx="2952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55" name="Google Shape;155;p5"/>
          <p:cNvSpPr txBox="1"/>
          <p:nvPr>
            <p:ph type="subTitle" idx="4"/>
          </p:nvPr>
        </p:nvSpPr>
        <p:spPr>
          <a:xfrm>
            <a:off x="4871967" y="1898413"/>
            <a:ext cx="2952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type="title"/>
          </p:nvPr>
        </p:nvSpPr>
        <p:spPr>
          <a:xfrm>
            <a:off x="720000" y="539500"/>
            <a:ext cx="77040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" name="Google Shape;158;p6"/>
          <p:cNvSpPr/>
          <p:nvPr/>
        </p:nvSpPr>
        <p:spPr>
          <a:xfrm flipH="1">
            <a:off x="849600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6"/>
          <p:cNvSpPr/>
          <p:nvPr/>
        </p:nvSpPr>
        <p:spPr>
          <a:xfrm flipH="1">
            <a:off x="5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0" name="Google Shape;160;p6"/>
          <p:cNvGrpSpPr/>
          <p:nvPr/>
        </p:nvGrpSpPr>
        <p:grpSpPr>
          <a:xfrm flipH="1">
            <a:off x="8640000" y="3128375"/>
            <a:ext cx="360000" cy="1476000"/>
            <a:chOff x="0" y="3128000"/>
            <a:chExt cx="360000" cy="1476000"/>
          </a:xfrm>
        </p:grpSpPr>
        <p:sp>
          <p:nvSpPr>
            <p:cNvPr id="161" name="Google Shape;161;p6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1" name="Google Shape;171;p6"/>
          <p:cNvGrpSpPr/>
          <p:nvPr/>
        </p:nvGrpSpPr>
        <p:grpSpPr>
          <a:xfrm flipH="1">
            <a:off x="144050" y="539875"/>
            <a:ext cx="360000" cy="1476000"/>
            <a:chOff x="0" y="3128000"/>
            <a:chExt cx="360000" cy="1476000"/>
          </a:xfrm>
        </p:grpSpPr>
        <p:sp>
          <p:nvSpPr>
            <p:cNvPr id="172" name="Google Shape;172;p6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2" name="Google Shape;182;p6"/>
          <p:cNvSpPr/>
          <p:nvPr/>
        </p:nvSpPr>
        <p:spPr>
          <a:xfrm flipH="1">
            <a:off x="6083675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p6"/>
          <p:cNvSpPr/>
          <p:nvPr/>
        </p:nvSpPr>
        <p:spPr>
          <a:xfrm flipH="1">
            <a:off x="572407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4" name="Google Shape;184;p6"/>
          <p:cNvSpPr/>
          <p:nvPr/>
        </p:nvSpPr>
        <p:spPr>
          <a:xfrm flipH="1">
            <a:off x="536407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6"/>
          <p:cNvSpPr/>
          <p:nvPr/>
        </p:nvSpPr>
        <p:spPr>
          <a:xfrm flipH="1">
            <a:off x="7344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6"/>
          <p:cNvSpPr/>
          <p:nvPr/>
        </p:nvSpPr>
        <p:spPr>
          <a:xfrm flipH="1">
            <a:off x="7884000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7" name="Google Shape;187;p6"/>
          <p:cNvSpPr/>
          <p:nvPr/>
        </p:nvSpPr>
        <p:spPr>
          <a:xfrm flipH="1">
            <a:off x="752440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" name="Google Shape;188;p6"/>
          <p:cNvSpPr/>
          <p:nvPr/>
        </p:nvSpPr>
        <p:spPr>
          <a:xfrm flipH="1">
            <a:off x="716440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6"/>
          <p:cNvSpPr/>
          <p:nvPr/>
        </p:nvSpPr>
        <p:spPr>
          <a:xfrm flipH="1">
            <a:off x="23592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6"/>
          <p:cNvSpPr/>
          <p:nvPr/>
        </p:nvSpPr>
        <p:spPr>
          <a:xfrm>
            <a:off x="392375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6"/>
          <p:cNvSpPr/>
          <p:nvPr/>
        </p:nvSpPr>
        <p:spPr>
          <a:xfrm>
            <a:off x="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92" name="Google Shape;192;p6"/>
          <p:cNvGrpSpPr/>
          <p:nvPr/>
        </p:nvGrpSpPr>
        <p:grpSpPr>
          <a:xfrm>
            <a:off x="1079600" y="4694000"/>
            <a:ext cx="1476000" cy="360000"/>
            <a:chOff x="6948000" y="4694000"/>
            <a:chExt cx="1476000" cy="360000"/>
          </a:xfrm>
        </p:grpSpPr>
        <p:sp>
          <p:nvSpPr>
            <p:cNvPr id="193" name="Google Shape;193;p6"/>
            <p:cNvSpPr/>
            <p:nvPr/>
          </p:nvSpPr>
          <p:spPr>
            <a:xfrm>
              <a:off x="694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730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766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802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838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694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730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766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802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838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 flipH="1">
            <a:off x="8496000" y="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7"/>
          <p:cNvSpPr/>
          <p:nvPr/>
        </p:nvSpPr>
        <p:spPr>
          <a:xfrm flipH="1">
            <a:off x="50" y="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06" name="Google Shape;206;p7"/>
          <p:cNvGrpSpPr/>
          <p:nvPr/>
        </p:nvGrpSpPr>
        <p:grpSpPr>
          <a:xfrm flipH="1">
            <a:off x="8640000" y="539375"/>
            <a:ext cx="360000" cy="1476000"/>
            <a:chOff x="0" y="3128000"/>
            <a:chExt cx="360000" cy="1476000"/>
          </a:xfrm>
        </p:grpSpPr>
        <p:sp>
          <p:nvSpPr>
            <p:cNvPr id="207" name="Google Shape;207;p7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7" name="Google Shape;217;p7"/>
          <p:cNvGrpSpPr/>
          <p:nvPr/>
        </p:nvGrpSpPr>
        <p:grpSpPr>
          <a:xfrm flipH="1">
            <a:off x="144050" y="3127875"/>
            <a:ext cx="360000" cy="1476000"/>
            <a:chOff x="0" y="3128000"/>
            <a:chExt cx="360000" cy="1476000"/>
          </a:xfrm>
        </p:grpSpPr>
        <p:sp>
          <p:nvSpPr>
            <p:cNvPr id="218" name="Google Shape;218;p7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28" name="Google Shape;228;p7"/>
          <p:cNvSpPr/>
          <p:nvPr/>
        </p:nvSpPr>
        <p:spPr>
          <a:xfrm>
            <a:off x="2520325" y="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9" name="Google Shape;229;p7"/>
          <p:cNvSpPr/>
          <p:nvPr/>
        </p:nvSpPr>
        <p:spPr>
          <a:xfrm>
            <a:off x="3239925" y="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0" name="Google Shape;230;p7"/>
          <p:cNvSpPr/>
          <p:nvPr/>
        </p:nvSpPr>
        <p:spPr>
          <a:xfrm>
            <a:off x="3599925" y="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p7"/>
          <p:cNvSpPr/>
          <p:nvPr/>
        </p:nvSpPr>
        <p:spPr>
          <a:xfrm>
            <a:off x="0" y="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2" name="Google Shape;232;p7"/>
          <p:cNvSpPr/>
          <p:nvPr/>
        </p:nvSpPr>
        <p:spPr>
          <a:xfrm flipH="1">
            <a:off x="1080000" y="4604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7"/>
          <p:cNvSpPr/>
          <p:nvPr/>
        </p:nvSpPr>
        <p:spPr>
          <a:xfrm>
            <a:off x="5184000" y="4694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7"/>
          <p:cNvSpPr txBox="1"/>
          <p:nvPr>
            <p:ph type="title"/>
          </p:nvPr>
        </p:nvSpPr>
        <p:spPr>
          <a:xfrm>
            <a:off x="720000" y="845250"/>
            <a:ext cx="43200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5" name="Google Shape;235;p7"/>
          <p:cNvSpPr txBox="1"/>
          <p:nvPr>
            <p:ph type="subTitle" idx="1"/>
          </p:nvPr>
        </p:nvSpPr>
        <p:spPr>
          <a:xfrm>
            <a:off x="720000" y="1953450"/>
            <a:ext cx="4320000" cy="23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236" name="Google Shape;236;p7"/>
          <p:cNvSpPr/>
          <p:nvPr>
            <p:ph type="pic" idx="2"/>
          </p:nvPr>
        </p:nvSpPr>
        <p:spPr>
          <a:xfrm>
            <a:off x="5544000" y="539500"/>
            <a:ext cx="28800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39" name="Google Shape;239;p8"/>
          <p:cNvSpPr/>
          <p:nvPr/>
        </p:nvSpPr>
        <p:spPr>
          <a:xfrm>
            <a:off x="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0" name="Google Shape;240;p8"/>
          <p:cNvSpPr/>
          <p:nvPr/>
        </p:nvSpPr>
        <p:spPr>
          <a:xfrm>
            <a:off x="84959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41" name="Google Shape;241;p8"/>
          <p:cNvGrpSpPr/>
          <p:nvPr/>
        </p:nvGrpSpPr>
        <p:grpSpPr>
          <a:xfrm>
            <a:off x="8639950" y="3128000"/>
            <a:ext cx="360000" cy="1476000"/>
            <a:chOff x="0" y="3128000"/>
            <a:chExt cx="360000" cy="1476000"/>
          </a:xfrm>
        </p:grpSpPr>
        <p:sp>
          <p:nvSpPr>
            <p:cNvPr id="242" name="Google Shape;242;p8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2" name="Google Shape;252;p8"/>
          <p:cNvSpPr/>
          <p:nvPr/>
        </p:nvSpPr>
        <p:spPr>
          <a:xfrm flipH="1">
            <a:off x="6083675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3" name="Google Shape;253;p8"/>
          <p:cNvSpPr/>
          <p:nvPr/>
        </p:nvSpPr>
        <p:spPr>
          <a:xfrm flipH="1">
            <a:off x="572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Google Shape;254;p8"/>
          <p:cNvSpPr/>
          <p:nvPr/>
        </p:nvSpPr>
        <p:spPr>
          <a:xfrm flipH="1">
            <a:off x="536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8"/>
          <p:cNvSpPr/>
          <p:nvPr/>
        </p:nvSpPr>
        <p:spPr>
          <a:xfrm flipH="1">
            <a:off x="7344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6" name="Google Shape;256;p8"/>
          <p:cNvSpPr/>
          <p:nvPr/>
        </p:nvSpPr>
        <p:spPr>
          <a:xfrm>
            <a:off x="7164400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p8"/>
          <p:cNvSpPr/>
          <p:nvPr/>
        </p:nvSpPr>
        <p:spPr>
          <a:xfrm>
            <a:off x="7884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p8"/>
          <p:cNvSpPr/>
          <p:nvPr/>
        </p:nvSpPr>
        <p:spPr>
          <a:xfrm>
            <a:off x="8244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9" name="Google Shape;259;p8"/>
          <p:cNvSpPr/>
          <p:nvPr/>
        </p:nvSpPr>
        <p:spPr>
          <a:xfrm flipH="1">
            <a:off x="23492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Google Shape;260;p8"/>
          <p:cNvSpPr/>
          <p:nvPr/>
        </p:nvSpPr>
        <p:spPr>
          <a:xfrm>
            <a:off x="720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p8"/>
          <p:cNvSpPr/>
          <p:nvPr/>
        </p:nvSpPr>
        <p:spPr>
          <a:xfrm>
            <a:off x="-10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62" name="Google Shape;262;p8"/>
          <p:cNvGrpSpPr/>
          <p:nvPr/>
        </p:nvGrpSpPr>
        <p:grpSpPr>
          <a:xfrm>
            <a:off x="144000" y="539500"/>
            <a:ext cx="360000" cy="1476000"/>
            <a:chOff x="0" y="3128000"/>
            <a:chExt cx="360000" cy="1476000"/>
          </a:xfrm>
        </p:grpSpPr>
        <p:sp>
          <p:nvSpPr>
            <p:cNvPr id="263" name="Google Shape;263;p8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5" name="Google Shape;275;p9"/>
          <p:cNvSpPr txBox="1"/>
          <p:nvPr>
            <p:ph type="subTitle" idx="1"/>
          </p:nvPr>
        </p:nvSpPr>
        <p:spPr>
          <a:xfrm>
            <a:off x="2135550" y="33085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" name="Google Shape;276;p9"/>
          <p:cNvSpPr/>
          <p:nvPr/>
        </p:nvSpPr>
        <p:spPr>
          <a:xfrm flipH="1">
            <a:off x="849600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7" name="Google Shape;277;p9"/>
          <p:cNvSpPr/>
          <p:nvPr/>
        </p:nvSpPr>
        <p:spPr>
          <a:xfrm flipH="1">
            <a:off x="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8" name="Google Shape;278;p9"/>
          <p:cNvSpPr/>
          <p:nvPr/>
        </p:nvSpPr>
        <p:spPr>
          <a:xfrm>
            <a:off x="2520325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9" name="Google Shape;279;p9"/>
          <p:cNvSpPr/>
          <p:nvPr/>
        </p:nvSpPr>
        <p:spPr>
          <a:xfrm>
            <a:off x="323992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0" name="Google Shape;280;p9"/>
          <p:cNvSpPr/>
          <p:nvPr/>
        </p:nvSpPr>
        <p:spPr>
          <a:xfrm>
            <a:off x="359992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1" name="Google Shape;281;p9"/>
          <p:cNvSpPr/>
          <p:nvPr/>
        </p:nvSpPr>
        <p:spPr>
          <a:xfrm>
            <a:off x="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2" name="Google Shape;282;p9"/>
          <p:cNvSpPr/>
          <p:nvPr/>
        </p:nvSpPr>
        <p:spPr>
          <a:xfrm flipH="1">
            <a:off x="5362875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3" name="Google Shape;283;p9"/>
          <p:cNvSpPr/>
          <p:nvPr/>
        </p:nvSpPr>
        <p:spPr>
          <a:xfrm flipH="1">
            <a:off x="500327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4" name="Google Shape;284;p9"/>
          <p:cNvSpPr/>
          <p:nvPr/>
        </p:nvSpPr>
        <p:spPr>
          <a:xfrm flipH="1">
            <a:off x="464327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5" name="Google Shape;285;p9"/>
          <p:cNvSpPr/>
          <p:nvPr/>
        </p:nvSpPr>
        <p:spPr>
          <a:xfrm>
            <a:off x="7200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6" name="Google Shape;286;p9"/>
          <p:cNvSpPr/>
          <p:nvPr/>
        </p:nvSpPr>
        <p:spPr>
          <a:xfrm flipH="1">
            <a:off x="7704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7" name="Google Shape;287;p9"/>
          <p:cNvSpPr/>
          <p:nvPr/>
        </p:nvSpPr>
        <p:spPr>
          <a:xfrm flipH="1">
            <a:off x="6624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88" name="Google Shape;288;p9"/>
          <p:cNvGrpSpPr/>
          <p:nvPr/>
        </p:nvGrpSpPr>
        <p:grpSpPr>
          <a:xfrm flipH="1">
            <a:off x="8640000" y="539500"/>
            <a:ext cx="360000" cy="1476000"/>
            <a:chOff x="0" y="3128000"/>
            <a:chExt cx="360000" cy="1476000"/>
          </a:xfrm>
        </p:grpSpPr>
        <p:sp>
          <p:nvSpPr>
            <p:cNvPr id="289" name="Google Shape;289;p9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291;p9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9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99" name="Google Shape;299;p9"/>
          <p:cNvGrpSpPr/>
          <p:nvPr/>
        </p:nvGrpSpPr>
        <p:grpSpPr>
          <a:xfrm flipH="1">
            <a:off x="144050" y="3128000"/>
            <a:ext cx="360000" cy="1476000"/>
            <a:chOff x="0" y="3128000"/>
            <a:chExt cx="360000" cy="1476000"/>
          </a:xfrm>
        </p:grpSpPr>
        <p:sp>
          <p:nvSpPr>
            <p:cNvPr id="300" name="Google Shape;300;p9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0" name="Google Shape;310;p9"/>
          <p:cNvGrpSpPr/>
          <p:nvPr/>
        </p:nvGrpSpPr>
        <p:grpSpPr>
          <a:xfrm flipH="1">
            <a:off x="1871400" y="4694000"/>
            <a:ext cx="1476000" cy="360000"/>
            <a:chOff x="10206025" y="3558750"/>
            <a:chExt cx="1476000" cy="360000"/>
          </a:xfrm>
        </p:grpSpPr>
        <p:sp>
          <p:nvSpPr>
            <p:cNvPr id="311" name="Google Shape;311;p9"/>
            <p:cNvSpPr/>
            <p:nvPr/>
          </p:nvSpPr>
          <p:spPr>
            <a:xfrm>
              <a:off x="1164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1128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092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1056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1020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1164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128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1092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1056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1020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/>
          <p:nvPr>
            <p:ph type="pic" idx="2"/>
          </p:nvPr>
        </p:nvSpPr>
        <p:spPr>
          <a:xfrm>
            <a:off x="-5175" y="0"/>
            <a:ext cx="9170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b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b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b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b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b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b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b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b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 txBox="1"/>
          <p:nvPr>
            <p:ph type="title" hasCustomPrompt="1"/>
          </p:nvPr>
        </p:nvSpPr>
        <p:spPr>
          <a:xfrm>
            <a:off x="2502000" y="1725900"/>
            <a:ext cx="41400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26" name="Google Shape;326;p11"/>
          <p:cNvSpPr txBox="1"/>
          <p:nvPr>
            <p:ph type="subTitle" idx="1"/>
          </p:nvPr>
        </p:nvSpPr>
        <p:spPr>
          <a:xfrm>
            <a:off x="2502000" y="2986500"/>
            <a:ext cx="4140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27" name="Google Shape;327;p11"/>
          <p:cNvSpPr/>
          <p:nvPr/>
        </p:nvSpPr>
        <p:spPr>
          <a:xfrm>
            <a:off x="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8" name="Google Shape;328;p11"/>
          <p:cNvSpPr/>
          <p:nvPr/>
        </p:nvSpPr>
        <p:spPr>
          <a:xfrm>
            <a:off x="849595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p11"/>
          <p:cNvSpPr/>
          <p:nvPr/>
        </p:nvSpPr>
        <p:spPr>
          <a:xfrm flipH="1">
            <a:off x="6083675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0" name="Google Shape;330;p11"/>
          <p:cNvSpPr/>
          <p:nvPr/>
        </p:nvSpPr>
        <p:spPr>
          <a:xfrm flipH="1">
            <a:off x="572407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1" name="Google Shape;331;p11"/>
          <p:cNvSpPr/>
          <p:nvPr/>
        </p:nvSpPr>
        <p:spPr>
          <a:xfrm flipH="1">
            <a:off x="536407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2" name="Google Shape;332;p11"/>
          <p:cNvSpPr/>
          <p:nvPr/>
        </p:nvSpPr>
        <p:spPr>
          <a:xfrm flipH="1">
            <a:off x="7344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3" name="Google Shape;333;p11"/>
          <p:cNvSpPr/>
          <p:nvPr/>
        </p:nvSpPr>
        <p:spPr>
          <a:xfrm>
            <a:off x="3241125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4" name="Google Shape;334;p11"/>
          <p:cNvSpPr/>
          <p:nvPr/>
        </p:nvSpPr>
        <p:spPr>
          <a:xfrm>
            <a:off x="396072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5" name="Google Shape;335;p11"/>
          <p:cNvSpPr/>
          <p:nvPr/>
        </p:nvSpPr>
        <p:spPr>
          <a:xfrm>
            <a:off x="432072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6" name="Google Shape;336;p11"/>
          <p:cNvSpPr/>
          <p:nvPr/>
        </p:nvSpPr>
        <p:spPr>
          <a:xfrm flipH="1">
            <a:off x="7704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7" name="Google Shape;337;p11"/>
          <p:cNvSpPr/>
          <p:nvPr/>
        </p:nvSpPr>
        <p:spPr>
          <a:xfrm>
            <a:off x="7200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8" name="Google Shape;338;p11"/>
          <p:cNvSpPr/>
          <p:nvPr/>
        </p:nvSpPr>
        <p:spPr>
          <a:xfrm>
            <a:off x="720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39" name="Google Shape;339;p11"/>
          <p:cNvGrpSpPr/>
          <p:nvPr/>
        </p:nvGrpSpPr>
        <p:grpSpPr>
          <a:xfrm>
            <a:off x="144000" y="3128375"/>
            <a:ext cx="360000" cy="1476000"/>
            <a:chOff x="0" y="3128000"/>
            <a:chExt cx="360000" cy="1476000"/>
          </a:xfrm>
        </p:grpSpPr>
        <p:sp>
          <p:nvSpPr>
            <p:cNvPr id="340" name="Google Shape;340;p11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0" name="Google Shape;350;p11"/>
          <p:cNvGrpSpPr/>
          <p:nvPr/>
        </p:nvGrpSpPr>
        <p:grpSpPr>
          <a:xfrm>
            <a:off x="8639950" y="539875"/>
            <a:ext cx="360000" cy="1476000"/>
            <a:chOff x="0" y="3128000"/>
            <a:chExt cx="360000" cy="1476000"/>
          </a:xfrm>
        </p:grpSpPr>
        <p:sp>
          <p:nvSpPr>
            <p:cNvPr id="351" name="Google Shape;351;p11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352;p11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11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11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11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11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61" name="Google Shape;361;p11"/>
          <p:cNvGrpSpPr/>
          <p:nvPr/>
        </p:nvGrpSpPr>
        <p:grpSpPr>
          <a:xfrm>
            <a:off x="5796600" y="89875"/>
            <a:ext cx="1476000" cy="360000"/>
            <a:chOff x="10206025" y="3558750"/>
            <a:chExt cx="1476000" cy="360000"/>
          </a:xfrm>
        </p:grpSpPr>
        <p:sp>
          <p:nvSpPr>
            <p:cNvPr id="362" name="Google Shape;362;p11"/>
            <p:cNvSpPr/>
            <p:nvPr/>
          </p:nvSpPr>
          <p:spPr>
            <a:xfrm>
              <a:off x="1164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363;p11"/>
            <p:cNvSpPr/>
            <p:nvPr/>
          </p:nvSpPr>
          <p:spPr>
            <a:xfrm>
              <a:off x="1128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11"/>
            <p:cNvSpPr/>
            <p:nvPr/>
          </p:nvSpPr>
          <p:spPr>
            <a:xfrm>
              <a:off x="1092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11"/>
            <p:cNvSpPr/>
            <p:nvPr/>
          </p:nvSpPr>
          <p:spPr>
            <a:xfrm>
              <a:off x="1056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366;p11"/>
            <p:cNvSpPr/>
            <p:nvPr/>
          </p:nvSpPr>
          <p:spPr>
            <a:xfrm>
              <a:off x="1020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367;p11"/>
            <p:cNvSpPr/>
            <p:nvPr/>
          </p:nvSpPr>
          <p:spPr>
            <a:xfrm>
              <a:off x="1164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1128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1092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1056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1020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"/>
          <p:cNvSpPr txBox="1"/>
          <p:nvPr>
            <p:ph type="title"/>
          </p:nvPr>
        </p:nvSpPr>
        <p:spPr>
          <a:xfrm>
            <a:off x="720000" y="539500"/>
            <a:ext cx="77040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5" name="Google Shape;375;p13"/>
          <p:cNvSpPr txBox="1"/>
          <p:nvPr>
            <p:ph type="title" idx="2" hasCustomPrompt="1"/>
          </p:nvPr>
        </p:nvSpPr>
        <p:spPr>
          <a:xfrm>
            <a:off x="1445963" y="1769185"/>
            <a:ext cx="720000" cy="646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6" name="Google Shape;376;p13"/>
          <p:cNvSpPr txBox="1"/>
          <p:nvPr>
            <p:ph type="title" idx="3" hasCustomPrompt="1"/>
          </p:nvPr>
        </p:nvSpPr>
        <p:spPr>
          <a:xfrm>
            <a:off x="1445963" y="3170173"/>
            <a:ext cx="734700" cy="646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7" name="Google Shape;377;p13"/>
          <p:cNvSpPr txBox="1"/>
          <p:nvPr>
            <p:ph type="title" idx="4" hasCustomPrompt="1"/>
          </p:nvPr>
        </p:nvSpPr>
        <p:spPr>
          <a:xfrm>
            <a:off x="5151338" y="1769179"/>
            <a:ext cx="734700" cy="646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8" name="Google Shape;378;p13"/>
          <p:cNvSpPr txBox="1"/>
          <p:nvPr>
            <p:ph type="title" idx="5" hasCustomPrompt="1"/>
          </p:nvPr>
        </p:nvSpPr>
        <p:spPr>
          <a:xfrm>
            <a:off x="5151338" y="3170166"/>
            <a:ext cx="734700" cy="646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9" name="Google Shape;379;p13"/>
          <p:cNvSpPr txBox="1"/>
          <p:nvPr>
            <p:ph type="subTitle" idx="1"/>
          </p:nvPr>
        </p:nvSpPr>
        <p:spPr>
          <a:xfrm>
            <a:off x="2256863" y="1919450"/>
            <a:ext cx="1735800" cy="4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80" name="Google Shape;380;p13"/>
          <p:cNvSpPr txBox="1"/>
          <p:nvPr>
            <p:ph type="subTitle" idx="6"/>
          </p:nvPr>
        </p:nvSpPr>
        <p:spPr>
          <a:xfrm>
            <a:off x="5962238" y="1918876"/>
            <a:ext cx="17358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81" name="Google Shape;381;p13"/>
          <p:cNvSpPr txBox="1"/>
          <p:nvPr>
            <p:ph type="subTitle" idx="7"/>
          </p:nvPr>
        </p:nvSpPr>
        <p:spPr>
          <a:xfrm>
            <a:off x="2256863" y="3319875"/>
            <a:ext cx="17358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82" name="Google Shape;382;p13"/>
          <p:cNvSpPr txBox="1"/>
          <p:nvPr>
            <p:ph type="subTitle" idx="8"/>
          </p:nvPr>
        </p:nvSpPr>
        <p:spPr>
          <a:xfrm>
            <a:off x="5962238" y="3319873"/>
            <a:ext cx="17358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83" name="Google Shape;383;p13"/>
          <p:cNvSpPr/>
          <p:nvPr/>
        </p:nvSpPr>
        <p:spPr>
          <a:xfrm>
            <a:off x="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13"/>
          <p:cNvSpPr/>
          <p:nvPr/>
        </p:nvSpPr>
        <p:spPr>
          <a:xfrm>
            <a:off x="84959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p13"/>
          <p:cNvSpPr/>
          <p:nvPr/>
        </p:nvSpPr>
        <p:spPr>
          <a:xfrm flipH="1">
            <a:off x="6083675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p13"/>
          <p:cNvSpPr/>
          <p:nvPr/>
        </p:nvSpPr>
        <p:spPr>
          <a:xfrm flipH="1">
            <a:off x="572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7" name="Google Shape;387;p13"/>
          <p:cNvSpPr/>
          <p:nvPr/>
        </p:nvSpPr>
        <p:spPr>
          <a:xfrm flipH="1">
            <a:off x="536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8" name="Google Shape;388;p13"/>
          <p:cNvSpPr/>
          <p:nvPr/>
        </p:nvSpPr>
        <p:spPr>
          <a:xfrm flipH="1">
            <a:off x="7344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9" name="Google Shape;389;p13"/>
          <p:cNvSpPr/>
          <p:nvPr/>
        </p:nvSpPr>
        <p:spPr>
          <a:xfrm>
            <a:off x="3241125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" name="Google Shape;390;p13"/>
          <p:cNvSpPr/>
          <p:nvPr/>
        </p:nvSpPr>
        <p:spPr>
          <a:xfrm>
            <a:off x="396072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1" name="Google Shape;391;p13"/>
          <p:cNvSpPr/>
          <p:nvPr/>
        </p:nvSpPr>
        <p:spPr>
          <a:xfrm>
            <a:off x="432072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2" name="Google Shape;392;p13"/>
          <p:cNvSpPr/>
          <p:nvPr/>
        </p:nvSpPr>
        <p:spPr>
          <a:xfrm flipH="1">
            <a:off x="77040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3" name="Google Shape;393;p13"/>
          <p:cNvSpPr/>
          <p:nvPr/>
        </p:nvSpPr>
        <p:spPr>
          <a:xfrm>
            <a:off x="720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4" name="Google Shape;394;p13"/>
          <p:cNvSpPr/>
          <p:nvPr/>
        </p:nvSpPr>
        <p:spPr>
          <a:xfrm>
            <a:off x="720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95" name="Google Shape;395;p13"/>
          <p:cNvGrpSpPr/>
          <p:nvPr/>
        </p:nvGrpSpPr>
        <p:grpSpPr>
          <a:xfrm>
            <a:off x="144000" y="539500"/>
            <a:ext cx="360000" cy="1476000"/>
            <a:chOff x="0" y="3128000"/>
            <a:chExt cx="360000" cy="1476000"/>
          </a:xfrm>
        </p:grpSpPr>
        <p:sp>
          <p:nvSpPr>
            <p:cNvPr id="396" name="Google Shape;396;p13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06" name="Google Shape;406;p13"/>
          <p:cNvGrpSpPr/>
          <p:nvPr/>
        </p:nvGrpSpPr>
        <p:grpSpPr>
          <a:xfrm>
            <a:off x="8639950" y="3128000"/>
            <a:ext cx="360000" cy="1476000"/>
            <a:chOff x="0" y="3128000"/>
            <a:chExt cx="360000" cy="1476000"/>
          </a:xfrm>
        </p:grpSpPr>
        <p:sp>
          <p:nvSpPr>
            <p:cNvPr id="407" name="Google Shape;407;p13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7" name="Google Shape;417;p13"/>
          <p:cNvGrpSpPr/>
          <p:nvPr/>
        </p:nvGrpSpPr>
        <p:grpSpPr>
          <a:xfrm>
            <a:off x="5796600" y="4694000"/>
            <a:ext cx="1476000" cy="360000"/>
            <a:chOff x="10206025" y="3558750"/>
            <a:chExt cx="1476000" cy="360000"/>
          </a:xfrm>
        </p:grpSpPr>
        <p:sp>
          <p:nvSpPr>
            <p:cNvPr id="418" name="Google Shape;418;p13"/>
            <p:cNvSpPr/>
            <p:nvPr/>
          </p:nvSpPr>
          <p:spPr>
            <a:xfrm>
              <a:off x="1164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1128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1092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1056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1020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1164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1128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1092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1056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1020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4"/>
          <p:cNvSpPr txBox="1"/>
          <p:nvPr>
            <p:ph type="title"/>
          </p:nvPr>
        </p:nvSpPr>
        <p:spPr>
          <a:xfrm>
            <a:off x="4293000" y="1001700"/>
            <a:ext cx="32055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14"/>
          <p:cNvSpPr txBox="1"/>
          <p:nvPr>
            <p:ph type="subTitle" idx="1"/>
          </p:nvPr>
        </p:nvSpPr>
        <p:spPr>
          <a:xfrm>
            <a:off x="4293000" y="2109900"/>
            <a:ext cx="4131000" cy="20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sp>
        <p:nvSpPr>
          <p:cNvPr id="431" name="Google Shape;431;p14"/>
          <p:cNvSpPr/>
          <p:nvPr/>
        </p:nvSpPr>
        <p:spPr>
          <a:xfrm flipH="1">
            <a:off x="849600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2" name="Google Shape;432;p14"/>
          <p:cNvSpPr/>
          <p:nvPr/>
        </p:nvSpPr>
        <p:spPr>
          <a:xfrm flipH="1">
            <a:off x="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3" name="Google Shape;433;p14"/>
          <p:cNvSpPr/>
          <p:nvPr/>
        </p:nvSpPr>
        <p:spPr>
          <a:xfrm>
            <a:off x="2520325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4" name="Google Shape;434;p14"/>
          <p:cNvSpPr/>
          <p:nvPr/>
        </p:nvSpPr>
        <p:spPr>
          <a:xfrm>
            <a:off x="323992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5" name="Google Shape;435;p14"/>
          <p:cNvSpPr/>
          <p:nvPr/>
        </p:nvSpPr>
        <p:spPr>
          <a:xfrm>
            <a:off x="359992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6" name="Google Shape;436;p14"/>
          <p:cNvSpPr/>
          <p:nvPr/>
        </p:nvSpPr>
        <p:spPr>
          <a:xfrm>
            <a:off x="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7" name="Google Shape;437;p14"/>
          <p:cNvSpPr/>
          <p:nvPr/>
        </p:nvSpPr>
        <p:spPr>
          <a:xfrm flipH="1">
            <a:off x="5362875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8" name="Google Shape;438;p14"/>
          <p:cNvSpPr/>
          <p:nvPr/>
        </p:nvSpPr>
        <p:spPr>
          <a:xfrm flipH="1">
            <a:off x="500327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9" name="Google Shape;439;p14"/>
          <p:cNvSpPr/>
          <p:nvPr/>
        </p:nvSpPr>
        <p:spPr>
          <a:xfrm flipH="1">
            <a:off x="464327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0" name="Google Shape;440;p14"/>
          <p:cNvSpPr/>
          <p:nvPr/>
        </p:nvSpPr>
        <p:spPr>
          <a:xfrm>
            <a:off x="7200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1" name="Google Shape;441;p14"/>
          <p:cNvSpPr/>
          <p:nvPr/>
        </p:nvSpPr>
        <p:spPr>
          <a:xfrm flipH="1">
            <a:off x="7704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2" name="Google Shape;442;p14"/>
          <p:cNvSpPr/>
          <p:nvPr/>
        </p:nvSpPr>
        <p:spPr>
          <a:xfrm flipH="1">
            <a:off x="6624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43" name="Google Shape;443;p14"/>
          <p:cNvGrpSpPr/>
          <p:nvPr/>
        </p:nvGrpSpPr>
        <p:grpSpPr>
          <a:xfrm flipH="1">
            <a:off x="8640000" y="539500"/>
            <a:ext cx="360000" cy="1476000"/>
            <a:chOff x="0" y="3128000"/>
            <a:chExt cx="360000" cy="1476000"/>
          </a:xfrm>
        </p:grpSpPr>
        <p:sp>
          <p:nvSpPr>
            <p:cNvPr id="444" name="Google Shape;444;p14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4" name="Google Shape;454;p14"/>
          <p:cNvGrpSpPr/>
          <p:nvPr/>
        </p:nvGrpSpPr>
        <p:grpSpPr>
          <a:xfrm flipH="1">
            <a:off x="144050" y="3128000"/>
            <a:ext cx="360000" cy="1476000"/>
            <a:chOff x="0" y="3128000"/>
            <a:chExt cx="360000" cy="1476000"/>
          </a:xfrm>
        </p:grpSpPr>
        <p:sp>
          <p:nvSpPr>
            <p:cNvPr id="455" name="Google Shape;455;p14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" name="Google Shape;459;p14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65" name="Google Shape;465;p14"/>
          <p:cNvGrpSpPr/>
          <p:nvPr/>
        </p:nvGrpSpPr>
        <p:grpSpPr>
          <a:xfrm flipH="1">
            <a:off x="1871400" y="4694000"/>
            <a:ext cx="1476000" cy="360000"/>
            <a:chOff x="10206025" y="3558750"/>
            <a:chExt cx="1476000" cy="360000"/>
          </a:xfrm>
        </p:grpSpPr>
        <p:sp>
          <p:nvSpPr>
            <p:cNvPr id="466" name="Google Shape;466;p14"/>
            <p:cNvSpPr/>
            <p:nvPr/>
          </p:nvSpPr>
          <p:spPr>
            <a:xfrm>
              <a:off x="1164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1128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1092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1056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1020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1164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1128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1092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1056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1020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5"/>
          <p:cNvSpPr txBox="1"/>
          <p:nvPr>
            <p:ph type="title"/>
          </p:nvPr>
        </p:nvSpPr>
        <p:spPr>
          <a:xfrm>
            <a:off x="5872200" y="539500"/>
            <a:ext cx="25518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8" name="Google Shape;478;p15"/>
          <p:cNvSpPr txBox="1"/>
          <p:nvPr>
            <p:ph type="subTitle" idx="1"/>
          </p:nvPr>
        </p:nvSpPr>
        <p:spPr>
          <a:xfrm>
            <a:off x="5872200" y="1647700"/>
            <a:ext cx="25518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9" name="Google Shape;479;p15"/>
          <p:cNvSpPr/>
          <p:nvPr/>
        </p:nvSpPr>
        <p:spPr>
          <a:xfrm>
            <a:off x="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0" name="Google Shape;480;p15"/>
          <p:cNvSpPr/>
          <p:nvPr/>
        </p:nvSpPr>
        <p:spPr>
          <a:xfrm>
            <a:off x="84959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81" name="Google Shape;481;p15"/>
          <p:cNvGrpSpPr/>
          <p:nvPr/>
        </p:nvGrpSpPr>
        <p:grpSpPr>
          <a:xfrm>
            <a:off x="8639950" y="539500"/>
            <a:ext cx="360000" cy="1476000"/>
            <a:chOff x="0" y="3128000"/>
            <a:chExt cx="360000" cy="1476000"/>
          </a:xfrm>
        </p:grpSpPr>
        <p:sp>
          <p:nvSpPr>
            <p:cNvPr id="482" name="Google Shape;482;p15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92" name="Google Shape;492;p15"/>
          <p:cNvSpPr/>
          <p:nvPr/>
        </p:nvSpPr>
        <p:spPr>
          <a:xfrm>
            <a:off x="-10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93" name="Google Shape;493;p15"/>
          <p:cNvGrpSpPr/>
          <p:nvPr/>
        </p:nvGrpSpPr>
        <p:grpSpPr>
          <a:xfrm>
            <a:off x="144000" y="3128000"/>
            <a:ext cx="360000" cy="1476000"/>
            <a:chOff x="0" y="3128000"/>
            <a:chExt cx="360000" cy="1476000"/>
          </a:xfrm>
        </p:grpSpPr>
        <p:sp>
          <p:nvSpPr>
            <p:cNvPr id="494" name="Google Shape;494;p15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04" name="Google Shape;504;p15"/>
          <p:cNvSpPr/>
          <p:nvPr/>
        </p:nvSpPr>
        <p:spPr>
          <a:xfrm>
            <a:off x="7344000" y="-18075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6"/>
          <p:cNvSpPr/>
          <p:nvPr/>
        </p:nvSpPr>
        <p:spPr>
          <a:xfrm flipH="1">
            <a:off x="6076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7" name="Google Shape;507;p16"/>
          <p:cNvSpPr/>
          <p:nvPr/>
        </p:nvSpPr>
        <p:spPr>
          <a:xfrm flipH="1">
            <a:off x="849600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8" name="Google Shape;508;p16"/>
          <p:cNvSpPr/>
          <p:nvPr/>
        </p:nvSpPr>
        <p:spPr>
          <a:xfrm flipH="1">
            <a:off x="5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09" name="Google Shape;509;p16"/>
          <p:cNvGrpSpPr/>
          <p:nvPr/>
        </p:nvGrpSpPr>
        <p:grpSpPr>
          <a:xfrm flipH="1">
            <a:off x="8640000" y="3128375"/>
            <a:ext cx="360000" cy="1476000"/>
            <a:chOff x="0" y="3128000"/>
            <a:chExt cx="360000" cy="1476000"/>
          </a:xfrm>
        </p:grpSpPr>
        <p:sp>
          <p:nvSpPr>
            <p:cNvPr id="510" name="Google Shape;510;p16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0" name="Google Shape;520;p16"/>
          <p:cNvGrpSpPr/>
          <p:nvPr/>
        </p:nvGrpSpPr>
        <p:grpSpPr>
          <a:xfrm flipH="1">
            <a:off x="1691150" y="89875"/>
            <a:ext cx="1476000" cy="360000"/>
            <a:chOff x="6948000" y="4694000"/>
            <a:chExt cx="1476000" cy="360000"/>
          </a:xfrm>
        </p:grpSpPr>
        <p:sp>
          <p:nvSpPr>
            <p:cNvPr id="521" name="Google Shape;521;p16"/>
            <p:cNvSpPr/>
            <p:nvPr/>
          </p:nvSpPr>
          <p:spPr>
            <a:xfrm>
              <a:off x="694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730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766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802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838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694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730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766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802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838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31" name="Google Shape;531;p16"/>
          <p:cNvSpPr/>
          <p:nvPr/>
        </p:nvSpPr>
        <p:spPr>
          <a:xfrm>
            <a:off x="0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2" name="Google Shape;532;p16"/>
          <p:cNvSpPr/>
          <p:nvPr/>
        </p:nvSpPr>
        <p:spPr>
          <a:xfrm>
            <a:off x="71960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3" name="Google Shape;533;p16"/>
          <p:cNvSpPr/>
          <p:nvPr/>
        </p:nvSpPr>
        <p:spPr>
          <a:xfrm>
            <a:off x="107960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4" name="Google Shape;534;p16"/>
          <p:cNvSpPr/>
          <p:nvPr/>
        </p:nvSpPr>
        <p:spPr>
          <a:xfrm flipH="1">
            <a:off x="7354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5" name="Google Shape;535;p16"/>
          <p:cNvSpPr/>
          <p:nvPr/>
        </p:nvSpPr>
        <p:spPr>
          <a:xfrm flipH="1">
            <a:off x="7894000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6" name="Google Shape;536;p16"/>
          <p:cNvSpPr/>
          <p:nvPr/>
        </p:nvSpPr>
        <p:spPr>
          <a:xfrm flipH="1">
            <a:off x="75344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7" name="Google Shape;537;p16"/>
          <p:cNvSpPr/>
          <p:nvPr/>
        </p:nvSpPr>
        <p:spPr>
          <a:xfrm flipH="1">
            <a:off x="71744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8" name="Google Shape;538;p16"/>
          <p:cNvSpPr/>
          <p:nvPr/>
        </p:nvSpPr>
        <p:spPr>
          <a:xfrm>
            <a:off x="23592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9" name="Google Shape;539;p16"/>
          <p:cNvSpPr/>
          <p:nvPr/>
        </p:nvSpPr>
        <p:spPr>
          <a:xfrm flipH="1">
            <a:off x="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40" name="Google Shape;540;p16"/>
          <p:cNvGrpSpPr/>
          <p:nvPr/>
        </p:nvGrpSpPr>
        <p:grpSpPr>
          <a:xfrm flipH="1">
            <a:off x="144050" y="3128375"/>
            <a:ext cx="360000" cy="1476000"/>
            <a:chOff x="0" y="3128000"/>
            <a:chExt cx="360000" cy="1476000"/>
          </a:xfrm>
        </p:grpSpPr>
        <p:sp>
          <p:nvSpPr>
            <p:cNvPr id="541" name="Google Shape;541;p16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51" name="Google Shape;551;p16"/>
          <p:cNvSpPr txBox="1"/>
          <p:nvPr>
            <p:ph type="title"/>
          </p:nvPr>
        </p:nvSpPr>
        <p:spPr>
          <a:xfrm>
            <a:off x="720000" y="539500"/>
            <a:ext cx="77040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7"/>
          <p:cNvSpPr/>
          <p:nvPr/>
        </p:nvSpPr>
        <p:spPr>
          <a:xfrm>
            <a:off x="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4" name="Google Shape;554;p17"/>
          <p:cNvSpPr/>
          <p:nvPr/>
        </p:nvSpPr>
        <p:spPr>
          <a:xfrm>
            <a:off x="849595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5" name="Google Shape;555;p17"/>
          <p:cNvSpPr/>
          <p:nvPr/>
        </p:nvSpPr>
        <p:spPr>
          <a:xfrm flipH="1">
            <a:off x="5688000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6" name="Google Shape;556;p17"/>
          <p:cNvSpPr/>
          <p:nvPr/>
        </p:nvSpPr>
        <p:spPr>
          <a:xfrm flipH="1">
            <a:off x="53284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7" name="Google Shape;557;p17"/>
          <p:cNvSpPr/>
          <p:nvPr/>
        </p:nvSpPr>
        <p:spPr>
          <a:xfrm flipH="1">
            <a:off x="49684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8" name="Google Shape;558;p17"/>
          <p:cNvSpPr/>
          <p:nvPr/>
        </p:nvSpPr>
        <p:spPr>
          <a:xfrm flipH="1">
            <a:off x="720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9" name="Google Shape;559;p17"/>
          <p:cNvSpPr/>
          <p:nvPr/>
        </p:nvSpPr>
        <p:spPr>
          <a:xfrm>
            <a:off x="720000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0" name="Google Shape;560;p17"/>
          <p:cNvSpPr/>
          <p:nvPr/>
        </p:nvSpPr>
        <p:spPr>
          <a:xfrm>
            <a:off x="143960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1" name="Google Shape;561;p17"/>
          <p:cNvSpPr/>
          <p:nvPr/>
        </p:nvSpPr>
        <p:spPr>
          <a:xfrm>
            <a:off x="179960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2" name="Google Shape;562;p17"/>
          <p:cNvSpPr/>
          <p:nvPr/>
        </p:nvSpPr>
        <p:spPr>
          <a:xfrm flipH="1">
            <a:off x="5182725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3" name="Google Shape;563;p17"/>
          <p:cNvSpPr/>
          <p:nvPr/>
        </p:nvSpPr>
        <p:spPr>
          <a:xfrm>
            <a:off x="32400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4" name="Google Shape;564;p17"/>
          <p:cNvSpPr/>
          <p:nvPr/>
        </p:nvSpPr>
        <p:spPr>
          <a:xfrm>
            <a:off x="6624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65" name="Google Shape;565;p17"/>
          <p:cNvGrpSpPr/>
          <p:nvPr/>
        </p:nvGrpSpPr>
        <p:grpSpPr>
          <a:xfrm>
            <a:off x="144000" y="3128375"/>
            <a:ext cx="360000" cy="1476000"/>
            <a:chOff x="0" y="3128000"/>
            <a:chExt cx="360000" cy="1476000"/>
          </a:xfrm>
        </p:grpSpPr>
        <p:sp>
          <p:nvSpPr>
            <p:cNvPr id="566" name="Google Shape;566;p17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567;p17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17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571;p17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572;p17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574;p17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575;p17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6" name="Google Shape;576;p17"/>
          <p:cNvGrpSpPr/>
          <p:nvPr/>
        </p:nvGrpSpPr>
        <p:grpSpPr>
          <a:xfrm>
            <a:off x="8639950" y="539875"/>
            <a:ext cx="360000" cy="1476000"/>
            <a:chOff x="0" y="3128000"/>
            <a:chExt cx="360000" cy="1476000"/>
          </a:xfrm>
        </p:grpSpPr>
        <p:sp>
          <p:nvSpPr>
            <p:cNvPr id="577" name="Google Shape;577;p17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579;p17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580;p17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582;p17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87" name="Google Shape;587;p17"/>
          <p:cNvGrpSpPr/>
          <p:nvPr/>
        </p:nvGrpSpPr>
        <p:grpSpPr>
          <a:xfrm>
            <a:off x="6948000" y="4694000"/>
            <a:ext cx="1476000" cy="360000"/>
            <a:chOff x="10206025" y="3558750"/>
            <a:chExt cx="1476000" cy="360000"/>
          </a:xfrm>
        </p:grpSpPr>
        <p:sp>
          <p:nvSpPr>
            <p:cNvPr id="588" name="Google Shape;588;p17"/>
            <p:cNvSpPr/>
            <p:nvPr/>
          </p:nvSpPr>
          <p:spPr>
            <a:xfrm>
              <a:off x="1164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1128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1092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1056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1020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1164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1128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1092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1056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1020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98" name="Google Shape;598;p17"/>
          <p:cNvSpPr txBox="1"/>
          <p:nvPr>
            <p:ph type="title"/>
          </p:nvPr>
        </p:nvSpPr>
        <p:spPr>
          <a:xfrm>
            <a:off x="720000" y="539500"/>
            <a:ext cx="77040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9" name="Google Shape;599;p17"/>
          <p:cNvSpPr txBox="1"/>
          <p:nvPr>
            <p:ph type="subTitle" idx="1"/>
          </p:nvPr>
        </p:nvSpPr>
        <p:spPr>
          <a:xfrm>
            <a:off x="1106738" y="2130863"/>
            <a:ext cx="2052000" cy="20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0" name="Google Shape;600;p17"/>
          <p:cNvSpPr txBox="1"/>
          <p:nvPr>
            <p:ph type="subTitle" idx="2"/>
          </p:nvPr>
        </p:nvSpPr>
        <p:spPr>
          <a:xfrm>
            <a:off x="3546000" y="2130863"/>
            <a:ext cx="2052000" cy="20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1" name="Google Shape;601;p17"/>
          <p:cNvSpPr txBox="1"/>
          <p:nvPr>
            <p:ph type="subTitle" idx="3"/>
          </p:nvPr>
        </p:nvSpPr>
        <p:spPr>
          <a:xfrm>
            <a:off x="5985263" y="2130863"/>
            <a:ext cx="2052000" cy="20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2" name="Google Shape;602;p17"/>
          <p:cNvSpPr txBox="1"/>
          <p:nvPr>
            <p:ph type="subTitle" idx="4"/>
          </p:nvPr>
        </p:nvSpPr>
        <p:spPr>
          <a:xfrm>
            <a:off x="1106738" y="1391962"/>
            <a:ext cx="20520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03" name="Google Shape;603;p17"/>
          <p:cNvSpPr txBox="1"/>
          <p:nvPr>
            <p:ph type="subTitle" idx="5"/>
          </p:nvPr>
        </p:nvSpPr>
        <p:spPr>
          <a:xfrm>
            <a:off x="3546000" y="1391962"/>
            <a:ext cx="20520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04" name="Google Shape;604;p17"/>
          <p:cNvSpPr txBox="1"/>
          <p:nvPr>
            <p:ph type="subTitle" idx="6"/>
          </p:nvPr>
        </p:nvSpPr>
        <p:spPr>
          <a:xfrm>
            <a:off x="5985263" y="1391962"/>
            <a:ext cx="20520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8"/>
          <p:cNvSpPr txBox="1"/>
          <p:nvPr>
            <p:ph type="title"/>
          </p:nvPr>
        </p:nvSpPr>
        <p:spPr>
          <a:xfrm>
            <a:off x="720000" y="539500"/>
            <a:ext cx="77040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7" name="Google Shape;607;p18"/>
          <p:cNvSpPr txBox="1"/>
          <p:nvPr>
            <p:ph type="subTitle" idx="1"/>
          </p:nvPr>
        </p:nvSpPr>
        <p:spPr>
          <a:xfrm>
            <a:off x="1078400" y="1573900"/>
            <a:ext cx="33144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8" name="Google Shape;608;p18"/>
          <p:cNvSpPr txBox="1"/>
          <p:nvPr>
            <p:ph type="subTitle" idx="2"/>
          </p:nvPr>
        </p:nvSpPr>
        <p:spPr>
          <a:xfrm>
            <a:off x="4751200" y="1573900"/>
            <a:ext cx="33144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9" name="Google Shape;609;p18"/>
          <p:cNvSpPr txBox="1"/>
          <p:nvPr>
            <p:ph type="subTitle" idx="3"/>
          </p:nvPr>
        </p:nvSpPr>
        <p:spPr>
          <a:xfrm>
            <a:off x="1078400" y="3306175"/>
            <a:ext cx="33144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0" name="Google Shape;610;p18"/>
          <p:cNvSpPr txBox="1"/>
          <p:nvPr>
            <p:ph type="subTitle" idx="4"/>
          </p:nvPr>
        </p:nvSpPr>
        <p:spPr>
          <a:xfrm>
            <a:off x="4751200" y="3306175"/>
            <a:ext cx="33144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1" name="Google Shape;611;p18"/>
          <p:cNvSpPr txBox="1"/>
          <p:nvPr>
            <p:ph type="subTitle" idx="5"/>
          </p:nvPr>
        </p:nvSpPr>
        <p:spPr>
          <a:xfrm>
            <a:off x="1078400" y="1112200"/>
            <a:ext cx="33144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12" name="Google Shape;612;p18"/>
          <p:cNvSpPr txBox="1"/>
          <p:nvPr>
            <p:ph type="subTitle" idx="6"/>
          </p:nvPr>
        </p:nvSpPr>
        <p:spPr>
          <a:xfrm>
            <a:off x="1078400" y="2844475"/>
            <a:ext cx="33144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13" name="Google Shape;613;p18"/>
          <p:cNvSpPr txBox="1"/>
          <p:nvPr>
            <p:ph type="subTitle" idx="7"/>
          </p:nvPr>
        </p:nvSpPr>
        <p:spPr>
          <a:xfrm>
            <a:off x="4751200" y="1112200"/>
            <a:ext cx="33144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14" name="Google Shape;614;p18"/>
          <p:cNvSpPr txBox="1"/>
          <p:nvPr>
            <p:ph type="subTitle" idx="8"/>
          </p:nvPr>
        </p:nvSpPr>
        <p:spPr>
          <a:xfrm>
            <a:off x="4751200" y="2844475"/>
            <a:ext cx="33144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15" name="Google Shape;615;p18"/>
          <p:cNvSpPr/>
          <p:nvPr/>
        </p:nvSpPr>
        <p:spPr>
          <a:xfrm>
            <a:off x="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6" name="Google Shape;616;p18"/>
          <p:cNvSpPr/>
          <p:nvPr/>
        </p:nvSpPr>
        <p:spPr>
          <a:xfrm>
            <a:off x="84959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7" name="Google Shape;617;p18"/>
          <p:cNvSpPr/>
          <p:nvPr/>
        </p:nvSpPr>
        <p:spPr>
          <a:xfrm flipH="1">
            <a:off x="6083675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8" name="Google Shape;618;p18"/>
          <p:cNvSpPr/>
          <p:nvPr/>
        </p:nvSpPr>
        <p:spPr>
          <a:xfrm flipH="1">
            <a:off x="572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9" name="Google Shape;619;p18"/>
          <p:cNvSpPr/>
          <p:nvPr/>
        </p:nvSpPr>
        <p:spPr>
          <a:xfrm flipH="1">
            <a:off x="536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0" name="Google Shape;620;p18"/>
          <p:cNvSpPr/>
          <p:nvPr/>
        </p:nvSpPr>
        <p:spPr>
          <a:xfrm flipH="1">
            <a:off x="7344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1" name="Google Shape;621;p18"/>
          <p:cNvSpPr/>
          <p:nvPr/>
        </p:nvSpPr>
        <p:spPr>
          <a:xfrm>
            <a:off x="3241125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2" name="Google Shape;622;p18"/>
          <p:cNvSpPr/>
          <p:nvPr/>
        </p:nvSpPr>
        <p:spPr>
          <a:xfrm>
            <a:off x="396072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3" name="Google Shape;623;p18"/>
          <p:cNvSpPr/>
          <p:nvPr/>
        </p:nvSpPr>
        <p:spPr>
          <a:xfrm>
            <a:off x="432072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4" name="Google Shape;624;p18"/>
          <p:cNvSpPr/>
          <p:nvPr/>
        </p:nvSpPr>
        <p:spPr>
          <a:xfrm flipH="1">
            <a:off x="77040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5" name="Google Shape;625;p18"/>
          <p:cNvSpPr/>
          <p:nvPr/>
        </p:nvSpPr>
        <p:spPr>
          <a:xfrm>
            <a:off x="720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6" name="Google Shape;626;p18"/>
          <p:cNvSpPr/>
          <p:nvPr/>
        </p:nvSpPr>
        <p:spPr>
          <a:xfrm>
            <a:off x="720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27" name="Google Shape;627;p18"/>
          <p:cNvGrpSpPr/>
          <p:nvPr/>
        </p:nvGrpSpPr>
        <p:grpSpPr>
          <a:xfrm>
            <a:off x="144000" y="539500"/>
            <a:ext cx="360000" cy="1476000"/>
            <a:chOff x="0" y="3128000"/>
            <a:chExt cx="360000" cy="1476000"/>
          </a:xfrm>
        </p:grpSpPr>
        <p:sp>
          <p:nvSpPr>
            <p:cNvPr id="628" name="Google Shape;628;p18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8" name="Google Shape;638;p18"/>
          <p:cNvGrpSpPr/>
          <p:nvPr/>
        </p:nvGrpSpPr>
        <p:grpSpPr>
          <a:xfrm>
            <a:off x="8639950" y="3128000"/>
            <a:ext cx="360000" cy="1476000"/>
            <a:chOff x="0" y="3128000"/>
            <a:chExt cx="360000" cy="1476000"/>
          </a:xfrm>
        </p:grpSpPr>
        <p:sp>
          <p:nvSpPr>
            <p:cNvPr id="639" name="Google Shape;639;p18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49" name="Google Shape;649;p18"/>
          <p:cNvGrpSpPr/>
          <p:nvPr/>
        </p:nvGrpSpPr>
        <p:grpSpPr>
          <a:xfrm>
            <a:off x="5796600" y="4694000"/>
            <a:ext cx="1476000" cy="360000"/>
            <a:chOff x="10206025" y="3558750"/>
            <a:chExt cx="1476000" cy="360000"/>
          </a:xfrm>
        </p:grpSpPr>
        <p:sp>
          <p:nvSpPr>
            <p:cNvPr id="650" name="Google Shape;650;p18"/>
            <p:cNvSpPr/>
            <p:nvPr/>
          </p:nvSpPr>
          <p:spPr>
            <a:xfrm>
              <a:off x="1164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651;p18"/>
            <p:cNvSpPr/>
            <p:nvPr/>
          </p:nvSpPr>
          <p:spPr>
            <a:xfrm>
              <a:off x="1128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652;p18"/>
            <p:cNvSpPr/>
            <p:nvPr/>
          </p:nvSpPr>
          <p:spPr>
            <a:xfrm>
              <a:off x="1092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3" name="Google Shape;653;p18"/>
            <p:cNvSpPr/>
            <p:nvPr/>
          </p:nvSpPr>
          <p:spPr>
            <a:xfrm>
              <a:off x="1056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654;p18"/>
            <p:cNvSpPr/>
            <p:nvPr/>
          </p:nvSpPr>
          <p:spPr>
            <a:xfrm>
              <a:off x="1020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655;p18"/>
            <p:cNvSpPr/>
            <p:nvPr/>
          </p:nvSpPr>
          <p:spPr>
            <a:xfrm>
              <a:off x="1164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656;p18"/>
            <p:cNvSpPr/>
            <p:nvPr/>
          </p:nvSpPr>
          <p:spPr>
            <a:xfrm>
              <a:off x="1128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657;p18"/>
            <p:cNvSpPr/>
            <p:nvPr/>
          </p:nvSpPr>
          <p:spPr>
            <a:xfrm>
              <a:off x="1092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658;p18"/>
            <p:cNvSpPr/>
            <p:nvPr/>
          </p:nvSpPr>
          <p:spPr>
            <a:xfrm>
              <a:off x="1056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659;p18"/>
            <p:cNvSpPr/>
            <p:nvPr/>
          </p:nvSpPr>
          <p:spPr>
            <a:xfrm>
              <a:off x="1020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9"/>
          <p:cNvSpPr txBox="1"/>
          <p:nvPr>
            <p:ph type="title"/>
          </p:nvPr>
        </p:nvSpPr>
        <p:spPr>
          <a:xfrm>
            <a:off x="720000" y="539500"/>
            <a:ext cx="77040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2" name="Google Shape;662;p19"/>
          <p:cNvSpPr txBox="1"/>
          <p:nvPr>
            <p:ph type="subTitle" idx="1"/>
          </p:nvPr>
        </p:nvSpPr>
        <p:spPr>
          <a:xfrm>
            <a:off x="720000" y="1573910"/>
            <a:ext cx="23040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3" name="Google Shape;663;p19"/>
          <p:cNvSpPr txBox="1"/>
          <p:nvPr>
            <p:ph type="subTitle" idx="2"/>
          </p:nvPr>
        </p:nvSpPr>
        <p:spPr>
          <a:xfrm>
            <a:off x="3420000" y="1573910"/>
            <a:ext cx="23040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4" name="Google Shape;664;p19"/>
          <p:cNvSpPr txBox="1"/>
          <p:nvPr>
            <p:ph type="subTitle" idx="3"/>
          </p:nvPr>
        </p:nvSpPr>
        <p:spPr>
          <a:xfrm>
            <a:off x="720000" y="3311604"/>
            <a:ext cx="23040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5" name="Google Shape;665;p19"/>
          <p:cNvSpPr txBox="1"/>
          <p:nvPr>
            <p:ph type="subTitle" idx="4"/>
          </p:nvPr>
        </p:nvSpPr>
        <p:spPr>
          <a:xfrm>
            <a:off x="3420000" y="3311604"/>
            <a:ext cx="23040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6" name="Google Shape;666;p19"/>
          <p:cNvSpPr txBox="1"/>
          <p:nvPr>
            <p:ph type="subTitle" idx="5"/>
          </p:nvPr>
        </p:nvSpPr>
        <p:spPr>
          <a:xfrm>
            <a:off x="6190500" y="1573896"/>
            <a:ext cx="22335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7" name="Google Shape;667;p19"/>
          <p:cNvSpPr txBox="1"/>
          <p:nvPr>
            <p:ph type="subTitle" idx="6"/>
          </p:nvPr>
        </p:nvSpPr>
        <p:spPr>
          <a:xfrm>
            <a:off x="6190500" y="3311604"/>
            <a:ext cx="22335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8" name="Google Shape;668;p19"/>
          <p:cNvSpPr txBox="1"/>
          <p:nvPr>
            <p:ph type="subTitle" idx="7"/>
          </p:nvPr>
        </p:nvSpPr>
        <p:spPr>
          <a:xfrm>
            <a:off x="720000" y="1112200"/>
            <a:ext cx="2304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69" name="Google Shape;669;p19"/>
          <p:cNvSpPr txBox="1"/>
          <p:nvPr>
            <p:ph type="subTitle" idx="8"/>
          </p:nvPr>
        </p:nvSpPr>
        <p:spPr>
          <a:xfrm>
            <a:off x="3421200" y="1112200"/>
            <a:ext cx="23016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70" name="Google Shape;670;p19"/>
          <p:cNvSpPr txBox="1"/>
          <p:nvPr>
            <p:ph type="subTitle" idx="9"/>
          </p:nvPr>
        </p:nvSpPr>
        <p:spPr>
          <a:xfrm>
            <a:off x="6192900" y="1112200"/>
            <a:ext cx="22311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71" name="Google Shape;671;p19"/>
          <p:cNvSpPr txBox="1"/>
          <p:nvPr>
            <p:ph type="subTitle" idx="13"/>
          </p:nvPr>
        </p:nvSpPr>
        <p:spPr>
          <a:xfrm>
            <a:off x="720000" y="2849901"/>
            <a:ext cx="2304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72" name="Google Shape;672;p19"/>
          <p:cNvSpPr txBox="1"/>
          <p:nvPr>
            <p:ph type="subTitle" idx="14"/>
          </p:nvPr>
        </p:nvSpPr>
        <p:spPr>
          <a:xfrm>
            <a:off x="3421200" y="2849906"/>
            <a:ext cx="23016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73" name="Google Shape;673;p19"/>
          <p:cNvSpPr txBox="1"/>
          <p:nvPr>
            <p:ph type="subTitle" idx="15"/>
          </p:nvPr>
        </p:nvSpPr>
        <p:spPr>
          <a:xfrm>
            <a:off x="6192900" y="2849906"/>
            <a:ext cx="22311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674" name="Google Shape;674;p19"/>
          <p:cNvSpPr/>
          <p:nvPr/>
        </p:nvSpPr>
        <p:spPr>
          <a:xfrm flipH="1">
            <a:off x="84959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5" name="Google Shape;675;p19"/>
          <p:cNvSpPr/>
          <p:nvPr/>
        </p:nvSpPr>
        <p:spPr>
          <a:xfrm flipH="1">
            <a:off x="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6" name="Google Shape;676;p19"/>
          <p:cNvSpPr/>
          <p:nvPr/>
        </p:nvSpPr>
        <p:spPr>
          <a:xfrm>
            <a:off x="2915950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7" name="Google Shape;677;p19"/>
          <p:cNvSpPr/>
          <p:nvPr/>
        </p:nvSpPr>
        <p:spPr>
          <a:xfrm>
            <a:off x="363555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8" name="Google Shape;678;p19"/>
          <p:cNvSpPr/>
          <p:nvPr/>
        </p:nvSpPr>
        <p:spPr>
          <a:xfrm>
            <a:off x="399555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9" name="Google Shape;679;p19"/>
          <p:cNvSpPr/>
          <p:nvPr/>
        </p:nvSpPr>
        <p:spPr>
          <a:xfrm>
            <a:off x="662395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0" name="Google Shape;680;p19"/>
          <p:cNvSpPr/>
          <p:nvPr/>
        </p:nvSpPr>
        <p:spPr>
          <a:xfrm flipH="1">
            <a:off x="7883950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1" name="Google Shape;681;p19"/>
          <p:cNvSpPr/>
          <p:nvPr/>
        </p:nvSpPr>
        <p:spPr>
          <a:xfrm flipH="1">
            <a:off x="752435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2" name="Google Shape;682;p19"/>
          <p:cNvSpPr/>
          <p:nvPr/>
        </p:nvSpPr>
        <p:spPr>
          <a:xfrm flipH="1">
            <a:off x="716435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3" name="Google Shape;683;p19"/>
          <p:cNvSpPr/>
          <p:nvPr/>
        </p:nvSpPr>
        <p:spPr>
          <a:xfrm>
            <a:off x="3241225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4" name="Google Shape;684;p19"/>
          <p:cNvSpPr/>
          <p:nvPr/>
        </p:nvSpPr>
        <p:spPr>
          <a:xfrm flipH="1">
            <a:off x="518395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5" name="Google Shape;685;p19"/>
          <p:cNvSpPr/>
          <p:nvPr/>
        </p:nvSpPr>
        <p:spPr>
          <a:xfrm flipH="1">
            <a:off x="71995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86" name="Google Shape;686;p19"/>
          <p:cNvGrpSpPr/>
          <p:nvPr/>
        </p:nvGrpSpPr>
        <p:grpSpPr>
          <a:xfrm flipH="1">
            <a:off x="8639950" y="539500"/>
            <a:ext cx="360000" cy="1476000"/>
            <a:chOff x="0" y="3128000"/>
            <a:chExt cx="360000" cy="1476000"/>
          </a:xfrm>
        </p:grpSpPr>
        <p:sp>
          <p:nvSpPr>
            <p:cNvPr id="687" name="Google Shape;687;p19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97" name="Google Shape;697;p19"/>
          <p:cNvGrpSpPr/>
          <p:nvPr/>
        </p:nvGrpSpPr>
        <p:grpSpPr>
          <a:xfrm flipH="1">
            <a:off x="144000" y="3128000"/>
            <a:ext cx="360000" cy="1476000"/>
            <a:chOff x="0" y="3128000"/>
            <a:chExt cx="360000" cy="1476000"/>
          </a:xfrm>
        </p:grpSpPr>
        <p:sp>
          <p:nvSpPr>
            <p:cNvPr id="698" name="Google Shape;698;p19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08" name="Google Shape;708;p19"/>
          <p:cNvGrpSpPr/>
          <p:nvPr/>
        </p:nvGrpSpPr>
        <p:grpSpPr>
          <a:xfrm flipH="1">
            <a:off x="719950" y="89875"/>
            <a:ext cx="1476000" cy="360000"/>
            <a:chOff x="10206025" y="3558750"/>
            <a:chExt cx="1476000" cy="360000"/>
          </a:xfrm>
        </p:grpSpPr>
        <p:sp>
          <p:nvSpPr>
            <p:cNvPr id="709" name="Google Shape;709;p19"/>
            <p:cNvSpPr/>
            <p:nvPr/>
          </p:nvSpPr>
          <p:spPr>
            <a:xfrm>
              <a:off x="1164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1128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1092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1056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10206025" y="3558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1164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1128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1092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1056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718;p19"/>
            <p:cNvSpPr/>
            <p:nvPr/>
          </p:nvSpPr>
          <p:spPr>
            <a:xfrm>
              <a:off x="10206025" y="388275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0"/>
          <p:cNvSpPr txBox="1"/>
          <p:nvPr>
            <p:ph type="title" hasCustomPrompt="1"/>
          </p:nvPr>
        </p:nvSpPr>
        <p:spPr>
          <a:xfrm>
            <a:off x="2952000" y="1910701"/>
            <a:ext cx="3240000" cy="80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1" name="Google Shape;721;p20"/>
          <p:cNvSpPr txBox="1"/>
          <p:nvPr>
            <p:ph type="subTitle" idx="1"/>
          </p:nvPr>
        </p:nvSpPr>
        <p:spPr>
          <a:xfrm>
            <a:off x="2952000" y="2863499"/>
            <a:ext cx="3240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2" name="Google Shape;722;p20"/>
          <p:cNvSpPr txBox="1"/>
          <p:nvPr>
            <p:ph type="title" idx="2" hasCustomPrompt="1"/>
          </p:nvPr>
        </p:nvSpPr>
        <p:spPr>
          <a:xfrm>
            <a:off x="720000" y="615689"/>
            <a:ext cx="3240000" cy="80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3" name="Google Shape;723;p20"/>
          <p:cNvSpPr txBox="1"/>
          <p:nvPr>
            <p:ph type="subTitle" idx="3"/>
          </p:nvPr>
        </p:nvSpPr>
        <p:spPr>
          <a:xfrm>
            <a:off x="720000" y="1568501"/>
            <a:ext cx="3240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4" name="Google Shape;724;p20"/>
          <p:cNvSpPr txBox="1"/>
          <p:nvPr>
            <p:ph type="title" idx="4" hasCustomPrompt="1"/>
          </p:nvPr>
        </p:nvSpPr>
        <p:spPr>
          <a:xfrm>
            <a:off x="5183988" y="3205700"/>
            <a:ext cx="3240000" cy="80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5" name="Google Shape;725;p20"/>
          <p:cNvSpPr txBox="1"/>
          <p:nvPr>
            <p:ph type="subTitle" idx="5"/>
          </p:nvPr>
        </p:nvSpPr>
        <p:spPr>
          <a:xfrm>
            <a:off x="5183988" y="4158497"/>
            <a:ext cx="3240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6" name="Google Shape;726;p20"/>
          <p:cNvSpPr/>
          <p:nvPr/>
        </p:nvSpPr>
        <p:spPr>
          <a:xfrm>
            <a:off x="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7" name="Google Shape;727;p20"/>
          <p:cNvSpPr/>
          <p:nvPr/>
        </p:nvSpPr>
        <p:spPr>
          <a:xfrm>
            <a:off x="84959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28" name="Google Shape;728;p20"/>
          <p:cNvGrpSpPr/>
          <p:nvPr/>
        </p:nvGrpSpPr>
        <p:grpSpPr>
          <a:xfrm>
            <a:off x="8639950" y="3128000"/>
            <a:ext cx="360000" cy="1476000"/>
            <a:chOff x="0" y="3128000"/>
            <a:chExt cx="360000" cy="1476000"/>
          </a:xfrm>
        </p:grpSpPr>
        <p:sp>
          <p:nvSpPr>
            <p:cNvPr id="729" name="Google Shape;729;p20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0" name="Google Shape;730;p20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732;p20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733;p20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735;p20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736;p20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39" name="Google Shape;739;p20"/>
          <p:cNvSpPr/>
          <p:nvPr/>
        </p:nvSpPr>
        <p:spPr>
          <a:xfrm flipH="1">
            <a:off x="6083675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0" name="Google Shape;740;p20"/>
          <p:cNvSpPr/>
          <p:nvPr/>
        </p:nvSpPr>
        <p:spPr>
          <a:xfrm flipH="1">
            <a:off x="572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1" name="Google Shape;741;p20"/>
          <p:cNvSpPr/>
          <p:nvPr/>
        </p:nvSpPr>
        <p:spPr>
          <a:xfrm flipH="1">
            <a:off x="536407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2" name="Google Shape;742;p20"/>
          <p:cNvSpPr/>
          <p:nvPr/>
        </p:nvSpPr>
        <p:spPr>
          <a:xfrm flipH="1">
            <a:off x="7344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3" name="Google Shape;743;p20"/>
          <p:cNvSpPr/>
          <p:nvPr/>
        </p:nvSpPr>
        <p:spPr>
          <a:xfrm>
            <a:off x="7164400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4" name="Google Shape;744;p20"/>
          <p:cNvSpPr/>
          <p:nvPr/>
        </p:nvSpPr>
        <p:spPr>
          <a:xfrm>
            <a:off x="7884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5" name="Google Shape;745;p20"/>
          <p:cNvSpPr/>
          <p:nvPr/>
        </p:nvSpPr>
        <p:spPr>
          <a:xfrm>
            <a:off x="8244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6" name="Google Shape;746;p20"/>
          <p:cNvSpPr/>
          <p:nvPr/>
        </p:nvSpPr>
        <p:spPr>
          <a:xfrm flipH="1">
            <a:off x="23492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7" name="Google Shape;747;p20"/>
          <p:cNvSpPr/>
          <p:nvPr/>
        </p:nvSpPr>
        <p:spPr>
          <a:xfrm>
            <a:off x="720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8" name="Google Shape;748;p20"/>
          <p:cNvSpPr/>
          <p:nvPr/>
        </p:nvSpPr>
        <p:spPr>
          <a:xfrm>
            <a:off x="-10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49" name="Google Shape;749;p20"/>
          <p:cNvGrpSpPr/>
          <p:nvPr/>
        </p:nvGrpSpPr>
        <p:grpSpPr>
          <a:xfrm>
            <a:off x="144000" y="539500"/>
            <a:ext cx="360000" cy="1476000"/>
            <a:chOff x="0" y="3128000"/>
            <a:chExt cx="360000" cy="1476000"/>
          </a:xfrm>
        </p:grpSpPr>
        <p:sp>
          <p:nvSpPr>
            <p:cNvPr id="750" name="Google Shape;750;p20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751;p20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20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754;p20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755;p20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756;p20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757;p20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758;p20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1"/>
          <p:cNvSpPr/>
          <p:nvPr/>
        </p:nvSpPr>
        <p:spPr>
          <a:xfrm>
            <a:off x="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2" name="Google Shape;762;p21"/>
          <p:cNvSpPr/>
          <p:nvPr/>
        </p:nvSpPr>
        <p:spPr>
          <a:xfrm>
            <a:off x="8495950" y="-125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63" name="Google Shape;763;p21"/>
          <p:cNvGrpSpPr/>
          <p:nvPr/>
        </p:nvGrpSpPr>
        <p:grpSpPr>
          <a:xfrm>
            <a:off x="144000" y="539500"/>
            <a:ext cx="360000" cy="1476000"/>
            <a:chOff x="0" y="3128000"/>
            <a:chExt cx="360000" cy="1476000"/>
          </a:xfrm>
        </p:grpSpPr>
        <p:sp>
          <p:nvSpPr>
            <p:cNvPr id="764" name="Google Shape;764;p21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5" name="Google Shape;765;p21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6" name="Google Shape;766;p21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7" name="Google Shape;767;p21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768;p21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769;p21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770;p21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771;p21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2" name="Google Shape;772;p21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3" name="Google Shape;773;p21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74" name="Google Shape;774;p21"/>
          <p:cNvGrpSpPr/>
          <p:nvPr/>
        </p:nvGrpSpPr>
        <p:grpSpPr>
          <a:xfrm>
            <a:off x="8639950" y="3128000"/>
            <a:ext cx="360000" cy="1476000"/>
            <a:chOff x="0" y="3128000"/>
            <a:chExt cx="360000" cy="1476000"/>
          </a:xfrm>
        </p:grpSpPr>
        <p:sp>
          <p:nvSpPr>
            <p:cNvPr id="775" name="Google Shape;775;p21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776;p21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777;p21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778;p21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779;p21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780;p21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781;p21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782;p21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783;p21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784;p21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85" name="Google Shape;785;p21"/>
          <p:cNvSpPr/>
          <p:nvPr/>
        </p:nvSpPr>
        <p:spPr>
          <a:xfrm>
            <a:off x="2510325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6" name="Google Shape;786;p21"/>
          <p:cNvSpPr/>
          <p:nvPr/>
        </p:nvSpPr>
        <p:spPr>
          <a:xfrm>
            <a:off x="322992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7" name="Google Shape;787;p21"/>
          <p:cNvSpPr/>
          <p:nvPr/>
        </p:nvSpPr>
        <p:spPr>
          <a:xfrm>
            <a:off x="3589925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8" name="Google Shape;788;p21"/>
          <p:cNvSpPr/>
          <p:nvPr/>
        </p:nvSpPr>
        <p:spPr>
          <a:xfrm>
            <a:off x="-10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9" name="Google Shape;789;p21"/>
          <p:cNvSpPr/>
          <p:nvPr/>
        </p:nvSpPr>
        <p:spPr>
          <a:xfrm flipH="1">
            <a:off x="1429600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0" name="Google Shape;790;p21"/>
          <p:cNvSpPr/>
          <p:nvPr/>
        </p:nvSpPr>
        <p:spPr>
          <a:xfrm flipH="1">
            <a:off x="1070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1" name="Google Shape;791;p21"/>
          <p:cNvSpPr/>
          <p:nvPr/>
        </p:nvSpPr>
        <p:spPr>
          <a:xfrm flipH="1">
            <a:off x="7100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2" name="Google Shape;792;p21"/>
          <p:cNvSpPr/>
          <p:nvPr/>
        </p:nvSpPr>
        <p:spPr>
          <a:xfrm>
            <a:off x="60648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3" name="Google Shape;793;p21"/>
          <p:cNvSpPr/>
          <p:nvPr/>
        </p:nvSpPr>
        <p:spPr>
          <a:xfrm flipH="1">
            <a:off x="7694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4" name="Google Shape;794;p21"/>
          <p:cNvSpPr/>
          <p:nvPr/>
        </p:nvSpPr>
        <p:spPr>
          <a:xfrm flipH="1">
            <a:off x="7344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5" name="Google Shape;795;p21"/>
          <p:cNvSpPr txBox="1"/>
          <p:nvPr>
            <p:ph type="title"/>
          </p:nvPr>
        </p:nvSpPr>
        <p:spPr>
          <a:xfrm>
            <a:off x="2520000" y="540000"/>
            <a:ext cx="41040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6" name="Google Shape;796;p21"/>
          <p:cNvSpPr txBox="1"/>
          <p:nvPr>
            <p:ph type="subTitle" idx="1"/>
          </p:nvPr>
        </p:nvSpPr>
        <p:spPr>
          <a:xfrm>
            <a:off x="2520000" y="1985412"/>
            <a:ext cx="41040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7" name="Google Shape;797;p21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-GB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-GB" sz="1000" b="1">
                <a:solidFill>
                  <a:schemeClr val="hlink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/>
              </a:rPr>
              <a:t>Freepik</a:t>
            </a:r>
            <a:r>
              <a:rPr lang="en-GB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2"/>
          <p:cNvSpPr/>
          <p:nvPr/>
        </p:nvSpPr>
        <p:spPr>
          <a:xfrm flipH="1">
            <a:off x="60760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0" name="Google Shape;800;p22"/>
          <p:cNvSpPr/>
          <p:nvPr/>
        </p:nvSpPr>
        <p:spPr>
          <a:xfrm flipH="1">
            <a:off x="849600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1" name="Google Shape;801;p22"/>
          <p:cNvSpPr/>
          <p:nvPr/>
        </p:nvSpPr>
        <p:spPr>
          <a:xfrm flipH="1">
            <a:off x="5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02" name="Google Shape;802;p22"/>
          <p:cNvGrpSpPr/>
          <p:nvPr/>
        </p:nvGrpSpPr>
        <p:grpSpPr>
          <a:xfrm flipH="1">
            <a:off x="8640000" y="3128375"/>
            <a:ext cx="360000" cy="1476000"/>
            <a:chOff x="0" y="3128000"/>
            <a:chExt cx="360000" cy="1476000"/>
          </a:xfrm>
        </p:grpSpPr>
        <p:sp>
          <p:nvSpPr>
            <p:cNvPr id="803" name="Google Shape;803;p22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4" name="Google Shape;804;p22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5" name="Google Shape;805;p22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6" name="Google Shape;806;p22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7" name="Google Shape;807;p22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8" name="Google Shape;808;p22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9" name="Google Shape;809;p22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0" name="Google Shape;810;p22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1" name="Google Shape;811;p22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13" name="Google Shape;813;p22"/>
          <p:cNvGrpSpPr/>
          <p:nvPr/>
        </p:nvGrpSpPr>
        <p:grpSpPr>
          <a:xfrm flipH="1">
            <a:off x="1691150" y="89875"/>
            <a:ext cx="1476000" cy="360000"/>
            <a:chOff x="6948000" y="4694000"/>
            <a:chExt cx="1476000" cy="360000"/>
          </a:xfrm>
        </p:grpSpPr>
        <p:sp>
          <p:nvSpPr>
            <p:cNvPr id="814" name="Google Shape;814;p22"/>
            <p:cNvSpPr/>
            <p:nvPr/>
          </p:nvSpPr>
          <p:spPr>
            <a:xfrm>
              <a:off x="694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5" name="Google Shape;815;p22"/>
            <p:cNvSpPr/>
            <p:nvPr/>
          </p:nvSpPr>
          <p:spPr>
            <a:xfrm>
              <a:off x="730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6" name="Google Shape;816;p22"/>
            <p:cNvSpPr/>
            <p:nvPr/>
          </p:nvSpPr>
          <p:spPr>
            <a:xfrm>
              <a:off x="766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7" name="Google Shape;817;p22"/>
            <p:cNvSpPr/>
            <p:nvPr/>
          </p:nvSpPr>
          <p:spPr>
            <a:xfrm>
              <a:off x="802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22"/>
            <p:cNvSpPr/>
            <p:nvPr/>
          </p:nvSpPr>
          <p:spPr>
            <a:xfrm>
              <a:off x="838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22"/>
            <p:cNvSpPr/>
            <p:nvPr/>
          </p:nvSpPr>
          <p:spPr>
            <a:xfrm>
              <a:off x="694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0" name="Google Shape;820;p22"/>
            <p:cNvSpPr/>
            <p:nvPr/>
          </p:nvSpPr>
          <p:spPr>
            <a:xfrm>
              <a:off x="730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766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2" name="Google Shape;822;p22"/>
            <p:cNvSpPr/>
            <p:nvPr/>
          </p:nvSpPr>
          <p:spPr>
            <a:xfrm>
              <a:off x="802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22"/>
            <p:cNvSpPr/>
            <p:nvPr/>
          </p:nvSpPr>
          <p:spPr>
            <a:xfrm>
              <a:off x="838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24" name="Google Shape;824;p22"/>
          <p:cNvSpPr/>
          <p:nvPr/>
        </p:nvSpPr>
        <p:spPr>
          <a:xfrm>
            <a:off x="0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5" name="Google Shape;825;p22"/>
          <p:cNvSpPr/>
          <p:nvPr/>
        </p:nvSpPr>
        <p:spPr>
          <a:xfrm>
            <a:off x="71960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6" name="Google Shape;826;p22"/>
          <p:cNvSpPr/>
          <p:nvPr/>
        </p:nvSpPr>
        <p:spPr>
          <a:xfrm>
            <a:off x="107960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7" name="Google Shape;827;p22"/>
          <p:cNvSpPr/>
          <p:nvPr/>
        </p:nvSpPr>
        <p:spPr>
          <a:xfrm flipH="1">
            <a:off x="735400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8" name="Google Shape;828;p22"/>
          <p:cNvSpPr/>
          <p:nvPr/>
        </p:nvSpPr>
        <p:spPr>
          <a:xfrm flipH="1">
            <a:off x="7894000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9" name="Google Shape;829;p22"/>
          <p:cNvSpPr/>
          <p:nvPr/>
        </p:nvSpPr>
        <p:spPr>
          <a:xfrm flipH="1">
            <a:off x="75344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0" name="Google Shape;830;p22"/>
          <p:cNvSpPr/>
          <p:nvPr/>
        </p:nvSpPr>
        <p:spPr>
          <a:xfrm flipH="1">
            <a:off x="7174400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1" name="Google Shape;831;p22"/>
          <p:cNvSpPr/>
          <p:nvPr/>
        </p:nvSpPr>
        <p:spPr>
          <a:xfrm>
            <a:off x="235920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2" name="Google Shape;832;p22"/>
          <p:cNvSpPr/>
          <p:nvPr/>
        </p:nvSpPr>
        <p:spPr>
          <a:xfrm flipH="1">
            <a:off x="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33" name="Google Shape;833;p22"/>
          <p:cNvGrpSpPr/>
          <p:nvPr/>
        </p:nvGrpSpPr>
        <p:grpSpPr>
          <a:xfrm flipH="1">
            <a:off x="144050" y="3128375"/>
            <a:ext cx="360000" cy="1476000"/>
            <a:chOff x="0" y="3128000"/>
            <a:chExt cx="360000" cy="1476000"/>
          </a:xfrm>
        </p:grpSpPr>
        <p:sp>
          <p:nvSpPr>
            <p:cNvPr id="834" name="Google Shape;834;p22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22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6" name="Google Shape;836;p22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7" name="Google Shape;837;p22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8" name="Google Shape;838;p22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0" name="Google Shape;840;p22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1" name="Google Shape;841;p22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3" name="Google Shape;843;p22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3"/>
          <p:cNvSpPr/>
          <p:nvPr/>
        </p:nvSpPr>
        <p:spPr>
          <a:xfrm flipH="1">
            <a:off x="849600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6" name="Google Shape;846;p23"/>
          <p:cNvSpPr/>
          <p:nvPr/>
        </p:nvSpPr>
        <p:spPr>
          <a:xfrm flipH="1">
            <a:off x="50" y="500"/>
            <a:ext cx="6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47" name="Google Shape;847;p23"/>
          <p:cNvGrpSpPr/>
          <p:nvPr/>
        </p:nvGrpSpPr>
        <p:grpSpPr>
          <a:xfrm flipH="1">
            <a:off x="8640000" y="3128375"/>
            <a:ext cx="360000" cy="1476000"/>
            <a:chOff x="0" y="3128000"/>
            <a:chExt cx="360000" cy="1476000"/>
          </a:xfrm>
        </p:grpSpPr>
        <p:sp>
          <p:nvSpPr>
            <p:cNvPr id="848" name="Google Shape;848;p23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23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23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1" name="Google Shape;851;p23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2" name="Google Shape;852;p23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23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4" name="Google Shape;854;p23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5" name="Google Shape;855;p23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23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23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8" name="Google Shape;858;p23"/>
          <p:cNvGrpSpPr/>
          <p:nvPr/>
        </p:nvGrpSpPr>
        <p:grpSpPr>
          <a:xfrm flipH="1">
            <a:off x="144050" y="539875"/>
            <a:ext cx="360000" cy="1476000"/>
            <a:chOff x="0" y="3128000"/>
            <a:chExt cx="360000" cy="1476000"/>
          </a:xfrm>
        </p:grpSpPr>
        <p:sp>
          <p:nvSpPr>
            <p:cNvPr id="859" name="Google Shape;859;p23"/>
            <p:cNvSpPr/>
            <p:nvPr/>
          </p:nvSpPr>
          <p:spPr>
            <a:xfrm>
              <a:off x="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0" name="Google Shape;860;p23"/>
            <p:cNvSpPr/>
            <p:nvPr/>
          </p:nvSpPr>
          <p:spPr>
            <a:xfrm>
              <a:off x="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1" name="Google Shape;861;p23"/>
            <p:cNvSpPr/>
            <p:nvPr/>
          </p:nvSpPr>
          <p:spPr>
            <a:xfrm>
              <a:off x="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2" name="Google Shape;862;p23"/>
            <p:cNvSpPr/>
            <p:nvPr/>
          </p:nvSpPr>
          <p:spPr>
            <a:xfrm>
              <a:off x="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3" name="Google Shape;863;p23"/>
            <p:cNvSpPr/>
            <p:nvPr/>
          </p:nvSpPr>
          <p:spPr>
            <a:xfrm>
              <a:off x="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4" name="Google Shape;864;p23"/>
            <p:cNvSpPr/>
            <p:nvPr/>
          </p:nvSpPr>
          <p:spPr>
            <a:xfrm>
              <a:off x="324000" y="312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5" name="Google Shape;865;p23"/>
            <p:cNvSpPr/>
            <p:nvPr/>
          </p:nvSpPr>
          <p:spPr>
            <a:xfrm>
              <a:off x="324000" y="348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6" name="Google Shape;866;p23"/>
            <p:cNvSpPr/>
            <p:nvPr/>
          </p:nvSpPr>
          <p:spPr>
            <a:xfrm>
              <a:off x="324000" y="384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7" name="Google Shape;867;p23"/>
            <p:cNvSpPr/>
            <p:nvPr/>
          </p:nvSpPr>
          <p:spPr>
            <a:xfrm>
              <a:off x="324000" y="420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8" name="Google Shape;868;p23"/>
            <p:cNvSpPr/>
            <p:nvPr/>
          </p:nvSpPr>
          <p:spPr>
            <a:xfrm>
              <a:off x="324000" y="456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69" name="Google Shape;869;p23"/>
          <p:cNvSpPr/>
          <p:nvPr/>
        </p:nvSpPr>
        <p:spPr>
          <a:xfrm flipH="1">
            <a:off x="6083675" y="4604000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0" name="Google Shape;870;p23"/>
          <p:cNvSpPr/>
          <p:nvPr/>
        </p:nvSpPr>
        <p:spPr>
          <a:xfrm flipH="1">
            <a:off x="572407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1" name="Google Shape;871;p23"/>
          <p:cNvSpPr/>
          <p:nvPr/>
        </p:nvSpPr>
        <p:spPr>
          <a:xfrm flipH="1">
            <a:off x="5364075" y="49640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2" name="Google Shape;872;p23"/>
          <p:cNvSpPr/>
          <p:nvPr/>
        </p:nvSpPr>
        <p:spPr>
          <a:xfrm flipH="1">
            <a:off x="7344000" y="4874000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3" name="Google Shape;873;p23"/>
          <p:cNvSpPr/>
          <p:nvPr/>
        </p:nvSpPr>
        <p:spPr>
          <a:xfrm flipH="1">
            <a:off x="7884000" y="-125"/>
            <a:ext cx="540000" cy="5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4" name="Google Shape;874;p23"/>
          <p:cNvSpPr/>
          <p:nvPr/>
        </p:nvSpPr>
        <p:spPr>
          <a:xfrm flipH="1">
            <a:off x="752440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5" name="Google Shape;875;p23"/>
          <p:cNvSpPr/>
          <p:nvPr/>
        </p:nvSpPr>
        <p:spPr>
          <a:xfrm flipH="1">
            <a:off x="7164400" y="-125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6" name="Google Shape;876;p23"/>
          <p:cNvSpPr/>
          <p:nvPr/>
        </p:nvSpPr>
        <p:spPr>
          <a:xfrm flipH="1">
            <a:off x="2359200" y="-180125"/>
            <a:ext cx="720000" cy="7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7" name="Google Shape;877;p23"/>
          <p:cNvSpPr/>
          <p:nvPr/>
        </p:nvSpPr>
        <p:spPr>
          <a:xfrm>
            <a:off x="3923750" y="460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8" name="Google Shape;878;p23"/>
          <p:cNvSpPr/>
          <p:nvPr/>
        </p:nvSpPr>
        <p:spPr>
          <a:xfrm>
            <a:off x="0" y="-125"/>
            <a:ext cx="18000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79" name="Google Shape;879;p23"/>
          <p:cNvGrpSpPr/>
          <p:nvPr/>
        </p:nvGrpSpPr>
        <p:grpSpPr>
          <a:xfrm>
            <a:off x="1079600" y="4694000"/>
            <a:ext cx="1476000" cy="360000"/>
            <a:chOff x="6948000" y="4694000"/>
            <a:chExt cx="1476000" cy="360000"/>
          </a:xfrm>
        </p:grpSpPr>
        <p:sp>
          <p:nvSpPr>
            <p:cNvPr id="880" name="Google Shape;880;p23"/>
            <p:cNvSpPr/>
            <p:nvPr/>
          </p:nvSpPr>
          <p:spPr>
            <a:xfrm>
              <a:off x="694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1" name="Google Shape;881;p23"/>
            <p:cNvSpPr/>
            <p:nvPr/>
          </p:nvSpPr>
          <p:spPr>
            <a:xfrm>
              <a:off x="730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2" name="Google Shape;882;p23"/>
            <p:cNvSpPr/>
            <p:nvPr/>
          </p:nvSpPr>
          <p:spPr>
            <a:xfrm>
              <a:off x="766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3" name="Google Shape;883;p23"/>
            <p:cNvSpPr/>
            <p:nvPr/>
          </p:nvSpPr>
          <p:spPr>
            <a:xfrm>
              <a:off x="802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4" name="Google Shape;884;p23"/>
            <p:cNvSpPr/>
            <p:nvPr/>
          </p:nvSpPr>
          <p:spPr>
            <a:xfrm>
              <a:off x="8388000" y="5018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5" name="Google Shape;885;p23"/>
            <p:cNvSpPr/>
            <p:nvPr/>
          </p:nvSpPr>
          <p:spPr>
            <a:xfrm>
              <a:off x="694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6" name="Google Shape;886;p23"/>
            <p:cNvSpPr/>
            <p:nvPr/>
          </p:nvSpPr>
          <p:spPr>
            <a:xfrm>
              <a:off x="730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7" name="Google Shape;887;p23"/>
            <p:cNvSpPr/>
            <p:nvPr/>
          </p:nvSpPr>
          <p:spPr>
            <a:xfrm>
              <a:off x="766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8" name="Google Shape;888;p23"/>
            <p:cNvSpPr/>
            <p:nvPr/>
          </p:nvSpPr>
          <p:spPr>
            <a:xfrm>
              <a:off x="802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9" name="Google Shape;889;p23"/>
            <p:cNvSpPr/>
            <p:nvPr/>
          </p:nvSpPr>
          <p:spPr>
            <a:xfrm>
              <a:off x="8388000" y="4694000"/>
              <a:ext cx="36000" cy="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39500"/>
            <a:ext cx="7704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20000" y="11875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www.freepik.com/free-photo/person-wearing-protective-equipment-against-bio-hazard_12416078.htm/?utm_source=slidesgo_template&amp;utm_medium=referral-link&amp;utm_campaign=sg_resources&amp;utm_content=freepik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7"/>
          <p:cNvSpPr txBox="1"/>
          <p:nvPr>
            <p:ph type="ctrTitle"/>
          </p:nvPr>
        </p:nvSpPr>
        <p:spPr>
          <a:xfrm>
            <a:off x="1024800" y="905875"/>
            <a:ext cx="6360300" cy="25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</a:rPr>
              <a:t>IEEE UA Branch</a:t>
            </a:r>
            <a:endParaRPr lang="en-GB">
              <a:solidFill>
                <a:schemeClr val="lt2"/>
              </a:solidFill>
            </a:endParaRPr>
          </a:p>
        </p:txBody>
      </p:sp>
      <p:sp>
        <p:nvSpPr>
          <p:cNvPr id="901" name="Google Shape;901;p27"/>
          <p:cNvSpPr txBox="1"/>
          <p:nvPr>
            <p:ph type="subTitle" idx="1"/>
          </p:nvPr>
        </p:nvSpPr>
        <p:spPr>
          <a:xfrm>
            <a:off x="1115060" y="3651885"/>
            <a:ext cx="6360160" cy="8102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tx2">
                    <a:lumMod val="60000"/>
                    <a:lumOff val="40000"/>
                  </a:schemeClr>
                </a:solidFill>
              </a:rPr>
              <a:t>Done by : </a:t>
            </a:r>
            <a:r>
              <a:rPr lang="en-GB" sz="1400"/>
              <a:t>Mariam hani khalife </a:t>
            </a:r>
            <a:br>
              <a:rPr lang="en-GB" sz="1400"/>
            </a:br>
            <a:r>
              <a:rPr lang="en-GB" sz="1400" b="1">
                <a:solidFill>
                  <a:schemeClr val="tx2">
                    <a:lumMod val="60000"/>
                    <a:lumOff val="40000"/>
                  </a:schemeClr>
                </a:solidFill>
              </a:rPr>
              <a:t>Course : </a:t>
            </a:r>
            <a:r>
              <a:rPr lang="en-GB" sz="1400"/>
              <a:t>Web design </a:t>
            </a:r>
            <a:endParaRPr lang="en-GB"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tx2">
                    <a:lumMod val="60000"/>
                    <a:lumOff val="40000"/>
                  </a:schemeClr>
                </a:solidFill>
              </a:rPr>
              <a:t>To:</a:t>
            </a:r>
            <a:r>
              <a:rPr lang="en-GB" sz="1400"/>
              <a:t> Dr. Anthony Tannoury</a:t>
            </a:r>
            <a:endParaRPr lang="en-GB" sz="1400"/>
          </a:p>
        </p:txBody>
      </p:sp>
      <p:cxnSp>
        <p:nvCxnSpPr>
          <p:cNvPr id="902" name="Google Shape;902;p27"/>
          <p:cNvCxnSpPr/>
          <p:nvPr/>
        </p:nvCxnSpPr>
        <p:spPr>
          <a:xfrm>
            <a:off x="1151525" y="3595650"/>
            <a:ext cx="5544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9"/>
          <p:cNvSpPr txBox="1"/>
          <p:nvPr>
            <p:ph type="title"/>
          </p:nvPr>
        </p:nvSpPr>
        <p:spPr>
          <a:xfrm>
            <a:off x="720000" y="539500"/>
            <a:ext cx="77040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917" name="Google Shape;917;p29"/>
          <p:cNvSpPr txBox="1"/>
          <p:nvPr>
            <p:ph type="title" idx="2"/>
          </p:nvPr>
        </p:nvSpPr>
        <p:spPr>
          <a:xfrm>
            <a:off x="1445963" y="1769185"/>
            <a:ext cx="720000" cy="6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918" name="Google Shape;918;p29"/>
          <p:cNvSpPr txBox="1"/>
          <p:nvPr>
            <p:ph type="title" idx="3"/>
          </p:nvPr>
        </p:nvSpPr>
        <p:spPr>
          <a:xfrm>
            <a:off x="1445963" y="3170173"/>
            <a:ext cx="734700" cy="6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919" name="Google Shape;919;p29"/>
          <p:cNvSpPr txBox="1"/>
          <p:nvPr>
            <p:ph type="title" idx="4"/>
          </p:nvPr>
        </p:nvSpPr>
        <p:spPr>
          <a:xfrm>
            <a:off x="5151338" y="1769179"/>
            <a:ext cx="734700" cy="6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920" name="Google Shape;920;p29"/>
          <p:cNvSpPr txBox="1"/>
          <p:nvPr>
            <p:ph type="title" idx="5"/>
          </p:nvPr>
        </p:nvSpPr>
        <p:spPr>
          <a:xfrm>
            <a:off x="5151338" y="3170166"/>
            <a:ext cx="734700" cy="6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921" name="Google Shape;921;p29"/>
          <p:cNvSpPr txBox="1"/>
          <p:nvPr>
            <p:ph type="subTitle" idx="1"/>
          </p:nvPr>
        </p:nvSpPr>
        <p:spPr>
          <a:xfrm>
            <a:off x="2256863" y="1919450"/>
            <a:ext cx="1735800" cy="4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  <p:sp>
        <p:nvSpPr>
          <p:cNvPr id="922" name="Google Shape;922;p29"/>
          <p:cNvSpPr txBox="1"/>
          <p:nvPr>
            <p:ph type="subTitle" idx="6"/>
          </p:nvPr>
        </p:nvSpPr>
        <p:spPr>
          <a:xfrm>
            <a:off x="5962238" y="1918876"/>
            <a:ext cx="17358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Screenshots </a:t>
            </a:r>
            <a:endParaRPr lang="en-GB"/>
          </a:p>
        </p:txBody>
      </p:sp>
      <p:sp>
        <p:nvSpPr>
          <p:cNvPr id="923" name="Google Shape;923;p29"/>
          <p:cNvSpPr txBox="1"/>
          <p:nvPr>
            <p:ph type="subTitle" idx="7"/>
          </p:nvPr>
        </p:nvSpPr>
        <p:spPr>
          <a:xfrm>
            <a:off x="2256863" y="3319875"/>
            <a:ext cx="17358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 of the Web </a:t>
            </a:r>
            <a:endParaRPr lang="en-GB"/>
          </a:p>
        </p:txBody>
      </p:sp>
      <p:sp>
        <p:nvSpPr>
          <p:cNvPr id="924" name="Google Shape;924;p29"/>
          <p:cNvSpPr txBox="1"/>
          <p:nvPr>
            <p:ph type="subTitle" idx="8"/>
          </p:nvPr>
        </p:nvSpPr>
        <p:spPr>
          <a:xfrm>
            <a:off x="5962238" y="3319873"/>
            <a:ext cx="17358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Expectation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ieee_pres3"/>
          <p:cNvPicPr>
            <a:picLocks noChangeAspect="1"/>
          </p:cNvPicPr>
          <p:nvPr>
            <p:ph type="pic" idx="3"/>
          </p:nvPr>
        </p:nvPicPr>
        <p:blipFill>
          <a:blip r:embed="rId1"/>
          <a:srcRect l="6927" t="220"/>
          <a:stretch>
            <a:fillRect/>
          </a:stretch>
        </p:blipFill>
        <p:spPr>
          <a:xfrm>
            <a:off x="755015" y="699770"/>
            <a:ext cx="2900680" cy="3752215"/>
          </a:xfrm>
          <a:prstGeom prst="rect">
            <a:avLst/>
          </a:prstGeom>
        </p:spPr>
      </p:pic>
      <p:sp>
        <p:nvSpPr>
          <p:cNvPr id="940" name="Google Shape;940;p31"/>
          <p:cNvSpPr txBox="1"/>
          <p:nvPr>
            <p:ph type="title"/>
          </p:nvPr>
        </p:nvSpPr>
        <p:spPr>
          <a:xfrm>
            <a:off x="3923850" y="2211585"/>
            <a:ext cx="46716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</a:rPr>
              <a:t>Introduction</a:t>
            </a:r>
            <a:endParaRPr lang="en-GB">
              <a:solidFill>
                <a:schemeClr val="lt2"/>
              </a:solidFill>
            </a:endParaRPr>
          </a:p>
        </p:txBody>
      </p:sp>
      <p:sp>
        <p:nvSpPr>
          <p:cNvPr id="941" name="Google Shape;941;p31"/>
          <p:cNvSpPr txBox="1"/>
          <p:nvPr>
            <p:ph type="title" idx="2"/>
          </p:nvPr>
        </p:nvSpPr>
        <p:spPr>
          <a:xfrm>
            <a:off x="3752400" y="1093700"/>
            <a:ext cx="11520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943" name="Google Shape;943;p31"/>
          <p:cNvSpPr/>
          <p:nvPr/>
        </p:nvSpPr>
        <p:spPr>
          <a:xfrm>
            <a:off x="360000" y="179500"/>
            <a:ext cx="720000" cy="7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4" name="Google Shape;944;p31"/>
          <p:cNvSpPr/>
          <p:nvPr/>
        </p:nvSpPr>
        <p:spPr>
          <a:xfrm>
            <a:off x="1259600" y="1795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5" name="Google Shape;945;p31"/>
          <p:cNvSpPr/>
          <p:nvPr/>
        </p:nvSpPr>
        <p:spPr>
          <a:xfrm>
            <a:off x="1619600" y="1795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6" name="Google Shape;946;p31"/>
          <p:cNvSpPr/>
          <p:nvPr/>
        </p:nvSpPr>
        <p:spPr>
          <a:xfrm>
            <a:off x="3240000" y="424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2"/>
          <p:cNvSpPr txBox="1"/>
          <p:nvPr>
            <p:ph type="subTitle" idx="4"/>
          </p:nvPr>
        </p:nvSpPr>
        <p:spPr>
          <a:xfrm>
            <a:off x="4871967" y="1898413"/>
            <a:ext cx="2952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952" name="Google Shape;952;p32"/>
          <p:cNvSpPr txBox="1"/>
          <p:nvPr>
            <p:ph type="subTitle" idx="1"/>
          </p:nvPr>
        </p:nvSpPr>
        <p:spPr>
          <a:xfrm>
            <a:off x="4871967" y="2360108"/>
            <a:ext cx="29520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plan to create a </a:t>
            </a:r>
            <a:r>
              <a:rPr lang="en-GB" b="1">
                <a:solidFill>
                  <a:schemeClr val="tx2"/>
                </a:solidFill>
              </a:rPr>
              <a:t>freindly</a:t>
            </a:r>
            <a:r>
              <a:rPr lang="en-GB"/>
              <a:t> , </a:t>
            </a:r>
            <a:r>
              <a:rPr lang="en-GB" b="1">
                <a:solidFill>
                  <a:schemeClr val="tx2"/>
                </a:solidFill>
              </a:rPr>
              <a:t>informative website</a:t>
            </a:r>
            <a:r>
              <a:rPr lang="en-GB"/>
              <a:t> that clearly shows the </a:t>
            </a:r>
            <a:r>
              <a:rPr lang="en-GB" b="1">
                <a:solidFill>
                  <a:schemeClr val="tx2">
                    <a:lumMod val="60000"/>
                    <a:lumOff val="40000"/>
                  </a:schemeClr>
                </a:solidFill>
              </a:rPr>
              <a:t>benefits </a:t>
            </a:r>
            <a:r>
              <a:rPr lang="en-GB"/>
              <a:t>of the IEEE membership ,</a:t>
            </a:r>
            <a:r>
              <a:rPr lang="en-GB" b="1">
                <a:solidFill>
                  <a:schemeClr val="tx2">
                    <a:lumMod val="60000"/>
                    <a:lumOff val="40000"/>
                  </a:schemeClr>
                </a:solidFill>
              </a:rPr>
              <a:t>the past</a:t>
            </a:r>
            <a:r>
              <a:rPr lang="en-GB" b="1">
                <a:solidFill>
                  <a:schemeClr val="tx2"/>
                </a:solidFill>
              </a:rPr>
              <a:t> </a:t>
            </a:r>
            <a:r>
              <a:rPr lang="en-GB">
                <a:solidFill>
                  <a:schemeClr val="tx1"/>
                </a:solidFill>
              </a:rPr>
              <a:t>and </a:t>
            </a:r>
            <a:r>
              <a:rPr lang="en-GB" b="1">
                <a:solidFill>
                  <a:schemeClr val="tx2">
                    <a:lumMod val="60000"/>
                    <a:lumOff val="40000"/>
                  </a:schemeClr>
                </a:solidFill>
              </a:rPr>
              <a:t>the upcoming events</a:t>
            </a:r>
            <a:r>
              <a:rPr lang="en-GB"/>
              <a:t> and</a:t>
            </a:r>
            <a:r>
              <a:rPr lang="en-GB" b="1">
                <a:solidFill>
                  <a:schemeClr val="tx2"/>
                </a:solidFill>
              </a:rPr>
              <a:t> </a:t>
            </a:r>
            <a:r>
              <a:rPr lang="en-GB" b="1">
                <a:solidFill>
                  <a:schemeClr val="tx2">
                    <a:lumMod val="60000"/>
                    <a:lumOff val="40000"/>
                  </a:schemeClr>
                </a:solidFill>
              </a:rPr>
              <a:t>how to register</a:t>
            </a:r>
            <a:r>
              <a:rPr lang="en-GB" b="1">
                <a:solidFill>
                  <a:schemeClr val="tx2"/>
                </a:solidFill>
              </a:rPr>
              <a:t> </a:t>
            </a:r>
            <a:r>
              <a:rPr lang="en-GB"/>
              <a:t>to be part of this community .</a:t>
            </a:r>
            <a:endParaRPr lang="en-GB"/>
          </a:p>
        </p:txBody>
      </p:sp>
      <p:sp>
        <p:nvSpPr>
          <p:cNvPr id="953" name="Google Shape;953;p32"/>
          <p:cNvSpPr txBox="1"/>
          <p:nvPr>
            <p:ph type="subTitle" idx="2"/>
          </p:nvPr>
        </p:nvSpPr>
        <p:spPr>
          <a:xfrm>
            <a:off x="1319933" y="2360111"/>
            <a:ext cx="29520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Many students </a:t>
            </a:r>
            <a:r>
              <a:rPr lang="en-US" altLang="en-GB" b="1">
                <a:solidFill>
                  <a:schemeClr val="tx2"/>
                </a:solidFill>
              </a:rPr>
              <a:t>don’t</a:t>
            </a:r>
            <a:r>
              <a:rPr lang="en-US" altLang="en-GB"/>
              <a:t> fully realize the </a:t>
            </a:r>
            <a:r>
              <a:rPr lang="en-US" altLang="en-GB" b="1">
                <a:solidFill>
                  <a:schemeClr val="tx2"/>
                </a:solidFill>
              </a:rPr>
              <a:t>value</a:t>
            </a:r>
            <a:r>
              <a:rPr lang="en-US" altLang="en-GB"/>
              <a:t> of being part of IEEE, which leads to </a:t>
            </a:r>
            <a:r>
              <a:rPr lang="en-US" altLang="en-GB" b="1">
                <a:solidFill>
                  <a:schemeClr val="tx2"/>
                </a:solidFill>
              </a:rPr>
              <a:t>low participation</a:t>
            </a:r>
            <a:r>
              <a:rPr lang="en-US" altLang="en-GB"/>
              <a:t> and </a:t>
            </a:r>
            <a:r>
              <a:rPr lang="en-US" altLang="en-GB" b="1">
                <a:solidFill>
                  <a:schemeClr val="tx2"/>
                </a:solidFill>
              </a:rPr>
              <a:t>missed opportunities.</a:t>
            </a:r>
            <a:endParaRPr lang="en-US" altLang="en-GB" b="1">
              <a:solidFill>
                <a:schemeClr val="tx2"/>
              </a:solidFill>
            </a:endParaRPr>
          </a:p>
        </p:txBody>
      </p:sp>
      <p:sp>
        <p:nvSpPr>
          <p:cNvPr id="954" name="Google Shape;954;p32"/>
          <p:cNvSpPr txBox="1"/>
          <p:nvPr>
            <p:ph type="subTitle" idx="3"/>
          </p:nvPr>
        </p:nvSpPr>
        <p:spPr>
          <a:xfrm>
            <a:off x="1319933" y="1898417"/>
            <a:ext cx="2952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problem to solve:</a:t>
            </a:r>
            <a:endParaRPr lang="en-GB"/>
          </a:p>
        </p:txBody>
      </p:sp>
      <p:sp>
        <p:nvSpPr>
          <p:cNvPr id="955" name="Google Shape;955;p32"/>
          <p:cNvSpPr txBox="1"/>
          <p:nvPr>
            <p:ph type="title"/>
          </p:nvPr>
        </p:nvSpPr>
        <p:spPr>
          <a:xfrm>
            <a:off x="720000" y="539875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ym typeface="+mn-ea"/>
              </a:rPr>
              <a:t>Introduction</a:t>
            </a: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62" name="Google Shape;9562;p60"/>
          <p:cNvSpPr/>
          <p:nvPr/>
        </p:nvSpPr>
        <p:spPr>
          <a:xfrm>
            <a:off x="1256030" y="882015"/>
            <a:ext cx="6717030" cy="4477385"/>
          </a:xfrm>
          <a:custGeom>
            <a:avLst/>
            <a:gdLst/>
            <a:ahLst/>
            <a:cxnLst/>
            <a:rect l="l" t="t" r="r" b="b"/>
            <a:pathLst>
              <a:path w="12551" h="9621" extrusionOk="0">
                <a:moveTo>
                  <a:pt x="11157" y="346"/>
                </a:moveTo>
                <a:lnTo>
                  <a:pt x="11157" y="6584"/>
                </a:lnTo>
                <a:lnTo>
                  <a:pt x="1334" y="6584"/>
                </a:lnTo>
                <a:lnTo>
                  <a:pt x="1334" y="346"/>
                </a:lnTo>
                <a:close/>
                <a:moveTo>
                  <a:pt x="7442" y="7930"/>
                </a:moveTo>
                <a:lnTo>
                  <a:pt x="7621" y="8561"/>
                </a:lnTo>
                <a:lnTo>
                  <a:pt x="4859" y="8561"/>
                </a:lnTo>
                <a:lnTo>
                  <a:pt x="5037" y="7930"/>
                </a:lnTo>
                <a:close/>
                <a:moveTo>
                  <a:pt x="11217" y="6954"/>
                </a:moveTo>
                <a:lnTo>
                  <a:pt x="12038" y="8561"/>
                </a:lnTo>
                <a:lnTo>
                  <a:pt x="7990" y="8561"/>
                </a:lnTo>
                <a:lnTo>
                  <a:pt x="7776" y="7835"/>
                </a:lnTo>
                <a:cubicBezTo>
                  <a:pt x="7740" y="7680"/>
                  <a:pt x="7597" y="7573"/>
                  <a:pt x="7454" y="7573"/>
                </a:cubicBezTo>
                <a:lnTo>
                  <a:pt x="5013" y="7573"/>
                </a:lnTo>
                <a:cubicBezTo>
                  <a:pt x="4859" y="7573"/>
                  <a:pt x="4716" y="7680"/>
                  <a:pt x="4680" y="7835"/>
                </a:cubicBezTo>
                <a:lnTo>
                  <a:pt x="4478" y="8561"/>
                </a:lnTo>
                <a:lnTo>
                  <a:pt x="430" y="8561"/>
                </a:lnTo>
                <a:lnTo>
                  <a:pt x="1263" y="6954"/>
                </a:lnTo>
                <a:close/>
                <a:moveTo>
                  <a:pt x="12157" y="8930"/>
                </a:moveTo>
                <a:lnTo>
                  <a:pt x="12157" y="9216"/>
                </a:lnTo>
                <a:lnTo>
                  <a:pt x="12169" y="9216"/>
                </a:lnTo>
                <a:cubicBezTo>
                  <a:pt x="12169" y="9239"/>
                  <a:pt x="12145" y="9275"/>
                  <a:pt x="12110" y="9275"/>
                </a:cubicBezTo>
                <a:lnTo>
                  <a:pt x="382" y="9275"/>
                </a:lnTo>
                <a:cubicBezTo>
                  <a:pt x="346" y="9275"/>
                  <a:pt x="322" y="9239"/>
                  <a:pt x="322" y="9216"/>
                </a:cubicBezTo>
                <a:lnTo>
                  <a:pt x="322" y="8930"/>
                </a:lnTo>
                <a:close/>
                <a:moveTo>
                  <a:pt x="1334" y="0"/>
                </a:moveTo>
                <a:cubicBezTo>
                  <a:pt x="1144" y="0"/>
                  <a:pt x="977" y="167"/>
                  <a:pt x="977" y="357"/>
                </a:cubicBezTo>
                <a:lnTo>
                  <a:pt x="977" y="6739"/>
                </a:lnTo>
                <a:lnTo>
                  <a:pt x="1" y="8680"/>
                </a:lnTo>
                <a:lnTo>
                  <a:pt x="1" y="8692"/>
                </a:lnTo>
                <a:lnTo>
                  <a:pt x="1" y="8704"/>
                </a:lnTo>
                <a:lnTo>
                  <a:pt x="1" y="8728"/>
                </a:lnTo>
                <a:lnTo>
                  <a:pt x="1" y="8739"/>
                </a:lnTo>
                <a:lnTo>
                  <a:pt x="1" y="9204"/>
                </a:lnTo>
                <a:cubicBezTo>
                  <a:pt x="1" y="9442"/>
                  <a:pt x="191" y="9620"/>
                  <a:pt x="406" y="9620"/>
                </a:cubicBezTo>
                <a:lnTo>
                  <a:pt x="12133" y="9620"/>
                </a:lnTo>
                <a:cubicBezTo>
                  <a:pt x="12371" y="9620"/>
                  <a:pt x="12550" y="9418"/>
                  <a:pt x="12550" y="9204"/>
                </a:cubicBezTo>
                <a:lnTo>
                  <a:pt x="12526" y="8739"/>
                </a:lnTo>
                <a:lnTo>
                  <a:pt x="12526" y="8704"/>
                </a:lnTo>
                <a:lnTo>
                  <a:pt x="12526" y="8692"/>
                </a:lnTo>
                <a:lnTo>
                  <a:pt x="12526" y="8680"/>
                </a:lnTo>
                <a:lnTo>
                  <a:pt x="11550" y="6739"/>
                </a:lnTo>
                <a:lnTo>
                  <a:pt x="11550" y="357"/>
                </a:lnTo>
                <a:cubicBezTo>
                  <a:pt x="11550" y="167"/>
                  <a:pt x="11383" y="0"/>
                  <a:pt x="11193" y="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Title 3"/>
          <p:cNvSpPr/>
          <p:nvPr>
            <p:ph type="title"/>
          </p:nvPr>
        </p:nvSpPr>
        <p:spPr>
          <a:xfrm>
            <a:off x="599350" y="267085"/>
            <a:ext cx="7704000" cy="648000"/>
          </a:xfrm>
        </p:spPr>
        <p:txBody>
          <a:bodyPr/>
          <a:p>
            <a:r>
              <a:rPr lang="en-GB">
                <a:sym typeface="+mn-ea"/>
              </a:rPr>
              <a:t>The screenshots of the Web :</a:t>
            </a:r>
            <a:endParaRPr lang="en-GB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180" y="1059815"/>
            <a:ext cx="5019040" cy="28911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0"/>
          <p:cNvSpPr txBox="1"/>
          <p:nvPr>
            <p:ph type="title"/>
          </p:nvPr>
        </p:nvSpPr>
        <p:spPr>
          <a:xfrm>
            <a:off x="3999865" y="1001395"/>
            <a:ext cx="3498850" cy="724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tx2"/>
                </a:solidFill>
              </a:rPr>
              <a:t>Respnsivness </a:t>
            </a:r>
            <a:endParaRPr lang="en-GB" sz="3200">
              <a:solidFill>
                <a:schemeClr val="tx2"/>
              </a:solidFill>
            </a:endParaRPr>
          </a:p>
        </p:txBody>
      </p:sp>
      <p:sp>
        <p:nvSpPr>
          <p:cNvPr id="1037" name="Google Shape;1037;p40"/>
          <p:cNvSpPr txBox="1"/>
          <p:nvPr>
            <p:ph type="subTitle" idx="1"/>
          </p:nvPr>
        </p:nvSpPr>
        <p:spPr>
          <a:xfrm>
            <a:off x="3851910" y="1707515"/>
            <a:ext cx="4601210" cy="1787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GB" sz="2400"/>
              <a:t>The website is responsive on all users devices(computers ,tablets ,phones, small phones)</a:t>
            </a:r>
            <a:endParaRPr lang="en-GB" sz="2400"/>
          </a:p>
        </p:txBody>
      </p:sp>
      <p:sp>
        <p:nvSpPr>
          <p:cNvPr id="1038" name="Google Shape;1038;p40"/>
          <p:cNvSpPr/>
          <p:nvPr/>
        </p:nvSpPr>
        <p:spPr>
          <a:xfrm>
            <a:off x="1674154" y="891931"/>
            <a:ext cx="1664617" cy="3176204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39" name="Google Shape;1039;p40"/>
          <p:cNvGrpSpPr/>
          <p:nvPr/>
        </p:nvGrpSpPr>
        <p:grpSpPr>
          <a:xfrm>
            <a:off x="1475740" y="699770"/>
            <a:ext cx="2035810" cy="3841750"/>
            <a:chOff x="5186401" y="494525"/>
            <a:chExt cx="1834973" cy="3724678"/>
          </a:xfrm>
        </p:grpSpPr>
        <p:sp>
          <p:nvSpPr>
            <p:cNvPr id="1040" name="Google Shape;1040;p40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1" name="Google Shape;1041;p40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260" y="771525"/>
            <a:ext cx="1867535" cy="3476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oogle Shape;1039;p40"/>
          <p:cNvGrpSpPr/>
          <p:nvPr/>
        </p:nvGrpSpPr>
        <p:grpSpPr>
          <a:xfrm>
            <a:off x="2052320" y="699770"/>
            <a:ext cx="4856480" cy="3613785"/>
            <a:chOff x="5186401" y="494525"/>
            <a:chExt cx="1834973" cy="3724678"/>
          </a:xfrm>
        </p:grpSpPr>
        <p:sp>
          <p:nvSpPr>
            <p:cNvPr id="1040" name="Google Shape;1040;p40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1" name="Google Shape;1041;p40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585" y="843915"/>
            <a:ext cx="4434840" cy="3054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/>
          <p:nvPr>
            <p:ph type="title"/>
          </p:nvPr>
        </p:nvSpPr>
        <p:spPr>
          <a:xfrm>
            <a:off x="3707765" y="1707515"/>
            <a:ext cx="4758690" cy="2193290"/>
          </a:xfrm>
        </p:spPr>
        <p:txBody>
          <a:bodyPr/>
          <a:p>
            <a:pPr algn="ctr"/>
            <a:r>
              <a:rPr lang="en-GB" altLang="en-US" sz="4400">
                <a:solidFill>
                  <a:schemeClr val="tx2"/>
                </a:solidFill>
              </a:rPr>
              <a:t>Content of the Web:</a:t>
            </a:r>
            <a:endParaRPr lang="en-GB" altLang="en-US" sz="4400">
              <a:solidFill>
                <a:schemeClr val="tx2"/>
              </a:solidFill>
            </a:endParaRPr>
          </a:p>
        </p:txBody>
      </p:sp>
      <p:pic>
        <p:nvPicPr>
          <p:cNvPr id="14" name="Picture Placeholder 13"/>
          <p:cNvPicPr>
            <a:picLocks noChangeAspect="1"/>
          </p:cNvPicPr>
          <p:nvPr>
            <p:ph type="pic" idx="3"/>
          </p:nvPr>
        </p:nvPicPr>
        <p:blipFill>
          <a:blip r:embed="rId1"/>
          <a:stretch>
            <a:fillRect/>
          </a:stretch>
        </p:blipFill>
        <p:spPr>
          <a:xfrm>
            <a:off x="1016000" y="539750"/>
            <a:ext cx="2286635" cy="40640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/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8" name="Subtitle 7"/>
          <p:cNvSpPr/>
          <p:nvPr>
            <p:ph type="subTitle" idx="4"/>
          </p:nvPr>
        </p:nvSpPr>
        <p:spPr>
          <a:xfrm>
            <a:off x="1043873" y="1391962"/>
            <a:ext cx="2052000" cy="738900"/>
          </a:xfrm>
        </p:spPr>
        <p:txBody>
          <a:bodyPr/>
          <a:p>
            <a:r>
              <a:rPr lang="en-GB" altLang="en-US" sz="2000"/>
              <a:t>Home page:</a:t>
            </a:r>
            <a:endParaRPr lang="en-GB" altLang="en-US" sz="2000"/>
          </a:p>
        </p:txBody>
      </p:sp>
      <p:sp>
        <p:nvSpPr>
          <p:cNvPr id="9" name="Subtitle 8"/>
          <p:cNvSpPr/>
          <p:nvPr>
            <p:ph type="subTitle" idx="5"/>
          </p:nvPr>
        </p:nvSpPr>
        <p:spPr>
          <a:xfrm>
            <a:off x="3486150" y="1400810"/>
            <a:ext cx="2171700" cy="739140"/>
          </a:xfrm>
        </p:spPr>
        <p:txBody>
          <a:bodyPr/>
          <a:p>
            <a:r>
              <a:rPr lang="en-GB" altLang="en-US" sz="2000"/>
              <a:t>Why us page:</a:t>
            </a:r>
            <a:endParaRPr lang="en-GB" altLang="en-US" sz="2000"/>
          </a:p>
        </p:txBody>
      </p:sp>
      <p:sp>
        <p:nvSpPr>
          <p:cNvPr id="10" name="Subtitle 9"/>
          <p:cNvSpPr/>
          <p:nvPr>
            <p:ph type="subTitle" idx="6"/>
          </p:nvPr>
        </p:nvSpPr>
        <p:spPr>
          <a:xfrm>
            <a:off x="5868035" y="1391920"/>
            <a:ext cx="2580005" cy="739140"/>
          </a:xfrm>
        </p:spPr>
        <p:txBody>
          <a:bodyPr/>
          <a:p>
            <a:r>
              <a:rPr lang="en-GB" altLang="en-US"/>
              <a:t>Registration page:</a:t>
            </a:r>
            <a:endParaRPr lang="en-GB" altLang="en-US"/>
          </a:p>
        </p:txBody>
      </p:sp>
      <p:sp>
        <p:nvSpPr>
          <p:cNvPr id="953" name="Google Shape;953;p32"/>
          <p:cNvSpPr txBox="1"/>
          <p:nvPr/>
        </p:nvSpPr>
        <p:spPr>
          <a:xfrm>
            <a:off x="1043940" y="2139950"/>
            <a:ext cx="2114550" cy="19526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 b="1">
                <a:solidFill>
                  <a:schemeClr val="tx1"/>
                </a:solidFill>
              </a:rPr>
              <a:t>Contains </a:t>
            </a:r>
            <a:r>
              <a:rPr lang="en-US" altLang="en-GB" sz="1400" b="1">
                <a:solidFill>
                  <a:schemeClr val="tx2"/>
                </a:solidFill>
              </a:rPr>
              <a:t>past events </a:t>
            </a:r>
            <a:r>
              <a:rPr lang="en-US" altLang="en-GB" sz="1400" b="1">
                <a:solidFill>
                  <a:schemeClr val="tx1"/>
                </a:solidFill>
              </a:rPr>
              <a:t>with photos</a:t>
            </a:r>
            <a:r>
              <a:rPr lang="en-US" altLang="en-GB" sz="1400" b="1">
                <a:solidFill>
                  <a:schemeClr val="tx2"/>
                </a:solidFill>
              </a:rPr>
              <a:t>, upcoming events </a:t>
            </a:r>
            <a:r>
              <a:rPr lang="en-US" altLang="en-GB" sz="1400" b="1">
                <a:solidFill>
                  <a:schemeClr val="tx1"/>
                </a:solidFill>
              </a:rPr>
              <a:t>shown in a calendar with short details, and a brief section</a:t>
            </a:r>
            <a:r>
              <a:rPr lang="en-US" altLang="en-GB" sz="1400" b="1">
                <a:solidFill>
                  <a:schemeClr val="tx2"/>
                </a:solidFill>
              </a:rPr>
              <a:t> about IEEE.</a:t>
            </a:r>
            <a:endParaRPr lang="en-US" altLang="en-GB" sz="1400" b="1">
              <a:solidFill>
                <a:schemeClr val="tx2"/>
              </a:solidFill>
            </a:endParaRPr>
          </a:p>
        </p:txBody>
      </p:sp>
      <p:sp>
        <p:nvSpPr>
          <p:cNvPr id="13" name="Google Shape;953;p32"/>
          <p:cNvSpPr txBox="1"/>
          <p:nvPr/>
        </p:nvSpPr>
        <p:spPr>
          <a:xfrm>
            <a:off x="3563620" y="2139950"/>
            <a:ext cx="2114550" cy="19526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 b="1">
                <a:solidFill>
                  <a:schemeClr val="tx1"/>
                </a:solidFill>
              </a:rPr>
              <a:t>Shows </a:t>
            </a:r>
            <a:r>
              <a:rPr lang="en-US" altLang="en-GB" sz="1400" b="1">
                <a:solidFill>
                  <a:schemeClr val="tx2"/>
                </a:solidFill>
              </a:rPr>
              <a:t>the benefits </a:t>
            </a:r>
            <a:r>
              <a:rPr lang="en-US" altLang="en-GB" sz="1400" b="1">
                <a:solidFill>
                  <a:schemeClr val="tx1"/>
                </a:solidFill>
              </a:rPr>
              <a:t>of IEEE membership, with examples and useful links.</a:t>
            </a:r>
            <a:endParaRPr lang="en-US" altLang="en-GB" sz="1400" b="1">
              <a:solidFill>
                <a:schemeClr val="tx1"/>
              </a:solidFill>
            </a:endParaRPr>
          </a:p>
        </p:txBody>
      </p:sp>
      <p:sp>
        <p:nvSpPr>
          <p:cNvPr id="14" name="Google Shape;953;p32"/>
          <p:cNvSpPr txBox="1"/>
          <p:nvPr/>
        </p:nvSpPr>
        <p:spPr>
          <a:xfrm>
            <a:off x="6101080" y="2131060"/>
            <a:ext cx="2114550" cy="19526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 b="1">
                <a:solidFill>
                  <a:schemeClr val="tx1"/>
                </a:solidFill>
              </a:rPr>
              <a:t>Provides</a:t>
            </a:r>
            <a:r>
              <a:rPr lang="en-US" altLang="en-GB" sz="1400" b="1">
                <a:solidFill>
                  <a:schemeClr val="tx2"/>
                </a:solidFill>
              </a:rPr>
              <a:t> step-by-step</a:t>
            </a:r>
            <a:r>
              <a:rPr lang="en-US" altLang="en-GB" sz="1400" b="1">
                <a:solidFill>
                  <a:schemeClr val="tx1"/>
                </a:solidFill>
              </a:rPr>
              <a:t> instructions for registering, plus all available </a:t>
            </a:r>
            <a:r>
              <a:rPr lang="en-US" altLang="en-GB" sz="1400" b="1">
                <a:solidFill>
                  <a:schemeClr val="tx2"/>
                </a:solidFill>
              </a:rPr>
              <a:t>payment options</a:t>
            </a:r>
            <a:r>
              <a:rPr lang="en-US" altLang="en-GB" sz="1400" b="1">
                <a:solidFill>
                  <a:schemeClr val="tx1"/>
                </a:solidFill>
              </a:rPr>
              <a:t>.</a:t>
            </a:r>
            <a:endParaRPr lang="en-US" altLang="en-GB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37"/>
          <p:cNvSpPr txBox="1"/>
          <p:nvPr>
            <p:ph type="title"/>
          </p:nvPr>
        </p:nvSpPr>
        <p:spPr>
          <a:xfrm>
            <a:off x="2502000" y="1725900"/>
            <a:ext cx="41400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14 $ </a:t>
            </a:r>
            <a:endParaRPr lang="en-GB"/>
          </a:p>
        </p:txBody>
      </p:sp>
      <p:sp>
        <p:nvSpPr>
          <p:cNvPr id="1015" name="Google Shape;1015;p37"/>
          <p:cNvSpPr txBox="1"/>
          <p:nvPr>
            <p:ph type="subTitle" idx="1"/>
          </p:nvPr>
        </p:nvSpPr>
        <p:spPr>
          <a:xfrm>
            <a:off x="2501900" y="2787650"/>
            <a:ext cx="4140200" cy="1158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/>
              <a:t>per year </a:t>
            </a:r>
            <a:endParaRPr lang="en-GB" sz="6000" b="1"/>
          </a:p>
        </p:txBody>
      </p:sp>
      <p:cxnSp>
        <p:nvCxnSpPr>
          <p:cNvPr id="1016" name="Google Shape;1016;p37"/>
          <p:cNvCxnSpPr/>
          <p:nvPr/>
        </p:nvCxnSpPr>
        <p:spPr>
          <a:xfrm>
            <a:off x="2592000" y="2910300"/>
            <a:ext cx="3960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36"/>
          <p:cNvSpPr txBox="1"/>
          <p:nvPr>
            <p:ph type="subTitle" idx="1"/>
          </p:nvPr>
        </p:nvSpPr>
        <p:spPr>
          <a:xfrm>
            <a:off x="2952000" y="2863499"/>
            <a:ext cx="3240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 University</a:t>
            </a:r>
            <a:endParaRPr lang="en-GB"/>
          </a:p>
        </p:txBody>
      </p:sp>
      <p:sp>
        <p:nvSpPr>
          <p:cNvPr id="1002" name="Google Shape;1002;p36"/>
          <p:cNvSpPr txBox="1"/>
          <p:nvPr>
            <p:ph type="title"/>
          </p:nvPr>
        </p:nvSpPr>
        <p:spPr>
          <a:xfrm>
            <a:off x="2952115" y="1910715"/>
            <a:ext cx="4107815" cy="80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/>
              <a:t>113 </a:t>
            </a:r>
            <a:r>
              <a:rPr lang="en-US" altLang="en-GB" sz="3200">
                <a:sym typeface="+mn-ea"/>
              </a:rPr>
              <a:t>members</a:t>
            </a:r>
            <a:endParaRPr lang="en-US" altLang="en-GB" sz="3200">
              <a:sym typeface="+mn-ea"/>
            </a:endParaRPr>
          </a:p>
        </p:txBody>
      </p:sp>
      <p:sp>
        <p:nvSpPr>
          <p:cNvPr id="1003" name="Google Shape;1003;p36"/>
          <p:cNvSpPr txBox="1"/>
          <p:nvPr>
            <p:ph type="title" idx="2"/>
          </p:nvPr>
        </p:nvSpPr>
        <p:spPr>
          <a:xfrm>
            <a:off x="783590" y="639445"/>
            <a:ext cx="3788410" cy="80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800"/>
              <a:t>over 440 members</a:t>
            </a:r>
            <a:endParaRPr lang="en-US" altLang="en-GB" sz="2800"/>
          </a:p>
        </p:txBody>
      </p:sp>
      <p:sp>
        <p:nvSpPr>
          <p:cNvPr id="1004" name="Google Shape;1004;p36"/>
          <p:cNvSpPr txBox="1"/>
          <p:nvPr>
            <p:ph type="subTitle" idx="3"/>
          </p:nvPr>
        </p:nvSpPr>
        <p:spPr>
          <a:xfrm>
            <a:off x="720000" y="1568501"/>
            <a:ext cx="3240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AUB University</a:t>
            </a:r>
            <a:endParaRPr lang="en-GB"/>
          </a:p>
        </p:txBody>
      </p:sp>
      <p:sp>
        <p:nvSpPr>
          <p:cNvPr id="1005" name="Google Shape;1005;p36"/>
          <p:cNvSpPr txBox="1"/>
          <p:nvPr>
            <p:ph type="title" idx="4"/>
          </p:nvPr>
        </p:nvSpPr>
        <p:spPr>
          <a:xfrm>
            <a:off x="5183988" y="3205700"/>
            <a:ext cx="32400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30 </a:t>
            </a:r>
            <a:r>
              <a:rPr lang="en-US" altLang="en-GB" sz="2800">
                <a:sym typeface="+mn-ea"/>
              </a:rPr>
              <a:t>members</a:t>
            </a:r>
            <a:endParaRPr lang="en-GB" sz="2800"/>
          </a:p>
        </p:txBody>
      </p:sp>
      <p:sp>
        <p:nvSpPr>
          <p:cNvPr id="1006" name="Google Shape;1006;p36"/>
          <p:cNvSpPr txBox="1"/>
          <p:nvPr>
            <p:ph type="subTitle" idx="5"/>
          </p:nvPr>
        </p:nvSpPr>
        <p:spPr>
          <a:xfrm>
            <a:off x="5183988" y="4158497"/>
            <a:ext cx="3240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Antonine University</a:t>
            </a:r>
            <a:endParaRPr lang="en-GB"/>
          </a:p>
        </p:txBody>
      </p:sp>
      <p:cxnSp>
        <p:nvCxnSpPr>
          <p:cNvPr id="1007" name="Google Shape;1007;p36"/>
          <p:cNvCxnSpPr/>
          <p:nvPr/>
        </p:nvCxnSpPr>
        <p:spPr>
          <a:xfrm>
            <a:off x="5273988" y="4082299"/>
            <a:ext cx="3060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8" name="Google Shape;1008;p36"/>
          <p:cNvCxnSpPr/>
          <p:nvPr/>
        </p:nvCxnSpPr>
        <p:spPr>
          <a:xfrm>
            <a:off x="3042000" y="2787300"/>
            <a:ext cx="3060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9" name="Google Shape;1009;p36"/>
          <p:cNvCxnSpPr/>
          <p:nvPr/>
        </p:nvCxnSpPr>
        <p:spPr>
          <a:xfrm flipV="1">
            <a:off x="810000" y="1491660"/>
            <a:ext cx="3545840" cy="63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31"/>
          <p:cNvSpPr txBox="1"/>
          <p:nvPr>
            <p:ph type="title"/>
          </p:nvPr>
        </p:nvSpPr>
        <p:spPr>
          <a:xfrm>
            <a:off x="3622040" y="1851660"/>
            <a:ext cx="4856480" cy="1976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>
                <a:sym typeface="+mn-ea"/>
              </a:rPr>
              <a:t>After these clarifications, which are presented </a:t>
            </a:r>
            <a:r>
              <a:rPr lang="en-US" altLang="en-GB" sz="1800">
                <a:solidFill>
                  <a:schemeClr val="tx2"/>
                </a:solidFill>
                <a:sym typeface="+mn-ea"/>
              </a:rPr>
              <a:t>very clearly </a:t>
            </a:r>
            <a:r>
              <a:rPr lang="en-US" altLang="en-GB" sz="1800">
                <a:sym typeface="+mn-ea"/>
              </a:rPr>
              <a:t>and </a:t>
            </a:r>
            <a:r>
              <a:rPr lang="en-US" altLang="en-GB" sz="1800">
                <a:solidFill>
                  <a:schemeClr val="tx2"/>
                </a:solidFill>
                <a:sym typeface="+mn-ea"/>
              </a:rPr>
              <a:t>in detail</a:t>
            </a:r>
            <a:r>
              <a:rPr lang="en-US" altLang="en-GB" sz="1800">
                <a:sym typeface="+mn-ea"/>
              </a:rPr>
              <a:t> on the informa</a:t>
            </a:r>
            <a:r>
              <a:rPr lang="en-GB" altLang="en-US" sz="1800">
                <a:sym typeface="+mn-ea"/>
              </a:rPr>
              <a:t>tive</a:t>
            </a:r>
            <a:r>
              <a:rPr lang="en-US" altLang="en-GB" sz="1800">
                <a:sym typeface="+mn-ea"/>
              </a:rPr>
              <a:t> website, we can expect an </a:t>
            </a:r>
            <a:r>
              <a:rPr lang="en-US" altLang="en-GB" sz="1800" b="1">
                <a:solidFill>
                  <a:schemeClr val="tx2"/>
                </a:solidFill>
                <a:sym typeface="+mn-ea"/>
              </a:rPr>
              <a:t>increase </a:t>
            </a:r>
            <a:r>
              <a:rPr lang="en-US" altLang="en-GB" sz="1800">
                <a:sym typeface="+mn-ea"/>
              </a:rPr>
              <a:t>in both</a:t>
            </a:r>
            <a:r>
              <a:rPr lang="en-US" altLang="en-GB" sz="1800">
                <a:solidFill>
                  <a:schemeClr val="tx2"/>
                </a:solidFill>
                <a:sym typeface="+mn-ea"/>
              </a:rPr>
              <a:t> new memberships</a:t>
            </a:r>
            <a:r>
              <a:rPr lang="en-US" altLang="en-GB" sz="1800">
                <a:sym typeface="+mn-ea"/>
              </a:rPr>
              <a:t> and </a:t>
            </a:r>
            <a:r>
              <a:rPr lang="en-US" altLang="en-GB" sz="1800">
                <a:solidFill>
                  <a:schemeClr val="tx2"/>
                </a:solidFill>
                <a:sym typeface="+mn-ea"/>
              </a:rPr>
              <a:t>membership renewals</a:t>
            </a:r>
            <a:r>
              <a:rPr lang="en-US" altLang="en-GB" sz="1800">
                <a:sym typeface="+mn-ea"/>
              </a:rPr>
              <a:t>.</a:t>
            </a:r>
            <a:r>
              <a:rPr lang="en-GB" altLang="en-US" sz="1800">
                <a:sym typeface="+mn-ea"/>
              </a:rPr>
              <a:t> </a:t>
            </a:r>
            <a:endParaRPr lang="en-GB" altLang="en-US" sz="1800">
              <a:solidFill>
                <a:schemeClr val="lt2"/>
              </a:solidFill>
              <a:sym typeface="+mn-ea"/>
            </a:endParaRPr>
          </a:p>
        </p:txBody>
      </p:sp>
      <p:sp>
        <p:nvSpPr>
          <p:cNvPr id="941" name="Google Shape;941;p31"/>
          <p:cNvSpPr txBox="1"/>
          <p:nvPr>
            <p:ph type="title" idx="2"/>
          </p:nvPr>
        </p:nvSpPr>
        <p:spPr>
          <a:xfrm>
            <a:off x="3665855" y="987425"/>
            <a:ext cx="4869180" cy="8572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en-US" sz="3600">
                <a:sym typeface="+mn-ea"/>
              </a:rPr>
              <a:t>The expectations :</a:t>
            </a:r>
            <a:endParaRPr lang="en-GB" altLang="en-US" sz="3600">
              <a:sym typeface="+mn-ea"/>
            </a:endParaRPr>
          </a:p>
        </p:txBody>
      </p:sp>
      <p:sp>
        <p:nvSpPr>
          <p:cNvPr id="943" name="Google Shape;943;p31"/>
          <p:cNvSpPr/>
          <p:nvPr/>
        </p:nvSpPr>
        <p:spPr>
          <a:xfrm>
            <a:off x="360000" y="179500"/>
            <a:ext cx="720000" cy="7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4" name="Google Shape;944;p31"/>
          <p:cNvSpPr/>
          <p:nvPr/>
        </p:nvSpPr>
        <p:spPr>
          <a:xfrm>
            <a:off x="1259600" y="1795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5" name="Google Shape;945;p31"/>
          <p:cNvSpPr/>
          <p:nvPr/>
        </p:nvSpPr>
        <p:spPr>
          <a:xfrm>
            <a:off x="1619600" y="179500"/>
            <a:ext cx="180000" cy="1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6" name="Google Shape;946;p31"/>
          <p:cNvSpPr/>
          <p:nvPr/>
        </p:nvSpPr>
        <p:spPr>
          <a:xfrm>
            <a:off x="3240000" y="4244000"/>
            <a:ext cx="720000" cy="720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" name="Picture Placeholder 1" descr="ieee_pres2"/>
          <p:cNvPicPr>
            <a:picLocks noChangeAspect="1"/>
          </p:cNvPicPr>
          <p:nvPr>
            <p:ph type="pic" idx="3"/>
          </p:nvPr>
        </p:nvPicPr>
        <p:blipFill>
          <a:blip r:embed="rId1"/>
          <a:stretch>
            <a:fillRect/>
          </a:stretch>
        </p:blipFill>
        <p:spPr>
          <a:xfrm>
            <a:off x="889000" y="539750"/>
            <a:ext cx="254127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48"/>
          <p:cNvSpPr txBox="1"/>
          <p:nvPr>
            <p:ph type="body" idx="1"/>
          </p:nvPr>
        </p:nvSpPr>
        <p:spPr>
          <a:xfrm>
            <a:off x="720000" y="118750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Montserrat ExtraBold"/>
                <a:ea typeface="Montserrat ExtraBold"/>
                <a:cs typeface="Montserrat ExtraBold"/>
                <a:sym typeface="Montserrat ExtraBold"/>
              </a:rPr>
              <a:t>Photos:</a:t>
            </a:r>
            <a:endParaRPr sz="1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24130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altLang="en-GB">
                <a:solidFill>
                  <a:schemeClr val="hlink"/>
                </a:solidFill>
                <a:uFill>
                  <a:noFill/>
                </a:uFill>
                <a:hlinkClick r:id="rId1"/>
              </a:rPr>
              <a:t>https://www.comsoc.org/membership</a:t>
            </a:r>
            <a:endParaRPr lang="en-US" altLang="en-GB">
              <a:solidFill>
                <a:schemeClr val="hlink"/>
              </a:solidFill>
              <a:uFill>
                <a:noFill/>
              </a:uFill>
              <a:hlinkClick r:id="rId1"/>
            </a:endParaRPr>
          </a:p>
          <a:p>
            <a:pPr marL="24130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altLang="en-GB">
                <a:solidFill>
                  <a:schemeClr val="hlink"/>
                </a:solidFill>
                <a:uFill>
                  <a:noFill/>
                </a:uFill>
                <a:hlinkClick r:id="rId1"/>
              </a:rPr>
              <a:t>https://ieeecanada.org/new-members/</a:t>
            </a:r>
            <a:endParaRPr lang="en-US" altLang="en-GB">
              <a:solidFill>
                <a:schemeClr val="hlink"/>
              </a:solidFill>
              <a:uFill>
                <a:noFill/>
              </a:uFill>
              <a:hlinkClick r:id="rId1"/>
            </a:endParaRPr>
          </a:p>
          <a:p>
            <a:pPr marL="24130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altLang="en-GB">
                <a:solidFill>
                  <a:schemeClr val="hlink"/>
                </a:solidFill>
                <a:uFill>
                  <a:noFill/>
                </a:uFill>
                <a:hlinkClick r:id="rId1"/>
              </a:rPr>
              <a:t>https://is1-ssl.mzstatic.com/image/thumb/Purple118/v4/c4/21/bc/c421bc7e-5389-0c7b-5aef-5ae40de39c4f/pr_source.jpg/750x750bb.jpeg</a:t>
            </a:r>
            <a:endParaRPr lang="en-US" altLang="en-GB">
              <a:solidFill>
                <a:schemeClr val="hlink"/>
              </a:solidFill>
              <a:uFill>
                <a:noFill/>
              </a:uFill>
              <a:hlinkClick r:id="rId1"/>
            </a:endParaRPr>
          </a:p>
          <a:p>
            <a:pPr marL="24130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endParaRPr lang="en-US" altLang="en-GB">
              <a:solidFill>
                <a:schemeClr val="hlink"/>
              </a:solidFill>
              <a:uFill>
                <a:noFill/>
              </a:uFill>
              <a:hlinkClick r:id="rId1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altLang="en-GB">
              <a:solidFill>
                <a:schemeClr val="hlink"/>
              </a:solidFill>
              <a:uFill>
                <a:noFill/>
              </a:uFill>
            </a:endParaRPr>
          </a:p>
        </p:txBody>
      </p:sp>
      <p:sp>
        <p:nvSpPr>
          <p:cNvPr id="1344" name="Google Shape;1344;p48"/>
          <p:cNvSpPr txBox="1"/>
          <p:nvPr>
            <p:ph type="title"/>
          </p:nvPr>
        </p:nvSpPr>
        <p:spPr>
          <a:xfrm>
            <a:off x="720000" y="539500"/>
            <a:ext cx="77040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</a:t>
            </a:r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/>
          <p:nvPr>
            <p:ph type="title"/>
          </p:nvPr>
        </p:nvSpPr>
        <p:spPr>
          <a:xfrm>
            <a:off x="2484220" y="1585565"/>
            <a:ext cx="4140000" cy="1108200"/>
          </a:xfrm>
        </p:spPr>
        <p:txBody>
          <a:bodyPr/>
          <a:p>
            <a:r>
              <a:rPr lang="en-GB" altLang="en-US" sz="6600"/>
              <a:t>Thanks !</a:t>
            </a:r>
            <a:endParaRPr lang="en-GB" altLang="en-US" sz="6600"/>
          </a:p>
        </p:txBody>
      </p:sp>
      <p:sp>
        <p:nvSpPr>
          <p:cNvPr id="5" name="Subtitle 4"/>
          <p:cNvSpPr/>
          <p:nvPr>
            <p:ph type="subTitle" idx="1"/>
          </p:nvPr>
        </p:nvSpPr>
        <p:spPr>
          <a:xfrm>
            <a:off x="2860675" y="2860040"/>
            <a:ext cx="3422650" cy="431165"/>
          </a:xfrm>
        </p:spPr>
        <p:txBody>
          <a:bodyPr/>
          <a:p>
            <a:r>
              <a:rPr lang="en-GB" b="1">
                <a:latin typeface="Raleway"/>
                <a:ea typeface="Raleway"/>
                <a:cs typeface="Raleway"/>
                <a:sym typeface="Raleway"/>
              </a:rPr>
              <a:t>Do you have any questions?</a:t>
            </a:r>
            <a:endParaRPr lang="en-GB" altLang="en-US"/>
          </a:p>
        </p:txBody>
      </p:sp>
      <p:cxnSp>
        <p:nvCxnSpPr>
          <p:cNvPr id="1167" name="Google Shape;1167;p46"/>
          <p:cNvCxnSpPr/>
          <p:nvPr/>
        </p:nvCxnSpPr>
        <p:spPr>
          <a:xfrm>
            <a:off x="2105810" y="2715656"/>
            <a:ext cx="493268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Industrial Hygiene Plan Project Proposal by Slidesgo">
  <a:themeElements>
    <a:clrScheme name="Simple Light">
      <a:dk1>
        <a:srgbClr val="191919"/>
      </a:dk1>
      <a:lt1>
        <a:srgbClr val="FFFFFF"/>
      </a:lt1>
      <a:dk2>
        <a:srgbClr val="D3D3D3"/>
      </a:dk2>
      <a:lt2>
        <a:srgbClr val="4475CA"/>
      </a:lt2>
      <a:accent1>
        <a:srgbClr val="80A1DB"/>
      </a:accent1>
      <a:accent2>
        <a:srgbClr val="AFC4E9"/>
      </a:accent2>
      <a:accent3>
        <a:srgbClr val="DFE7F6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1546</Words>
  <Application>WPS Presentation</Application>
  <PresentationFormat/>
  <Paragraphs>91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Arial</vt:lpstr>
      <vt:lpstr>Montserrat ExtraBold</vt:lpstr>
      <vt:lpstr>Open Sans</vt:lpstr>
      <vt:lpstr>Nunito Light</vt:lpstr>
      <vt:lpstr>AMGDT</vt:lpstr>
      <vt:lpstr>Anaheim</vt:lpstr>
      <vt:lpstr>Raleway</vt:lpstr>
      <vt:lpstr>Microsoft YaHei</vt:lpstr>
      <vt:lpstr>Arial Unicode MS</vt:lpstr>
      <vt:lpstr>Industrial Hygiene Plan Project Proposal by Slidesgo</vt:lpstr>
      <vt:lpstr>IEEE UA Branch</vt:lpstr>
      <vt:lpstr>04</vt:lpstr>
      <vt:lpstr>01</vt:lpstr>
      <vt:lpstr>Introduction</vt:lpstr>
      <vt:lpstr>The screenshots of the Web :</vt:lpstr>
      <vt:lpstr>Respnsivness </vt:lpstr>
      <vt:lpstr>PowerPoint 演示文稿</vt:lpstr>
      <vt:lpstr>Content of the Web:</vt:lpstr>
      <vt:lpstr>PowerPoint 演示文稿</vt:lpstr>
      <vt:lpstr>14 $ </vt:lpstr>
      <vt:lpstr>30 members</vt:lpstr>
      <vt:lpstr>The expectations :</vt:lpstr>
      <vt:lpstr>Resources</vt:lpstr>
      <vt:lpstr>Thanks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IEEE UA Branch</dc:title>
  <dc:creator/>
  <cp:lastModifiedBy>user</cp:lastModifiedBy>
  <cp:revision>10</cp:revision>
  <dcterms:created xsi:type="dcterms:W3CDTF">2025-11-21T20:27:00Z</dcterms:created>
  <dcterms:modified xsi:type="dcterms:W3CDTF">2025-11-25T14:26:16Z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49050479C3944B84B525AA3A2723BD75_13</vt:lpwstr>
  </property>
  <property fmtid="{D5CDD505-2E9C-101B-9397-08002B2CF9AE}" pid="3" name="KSOProductBuildVer">
    <vt:lpwstr>2057-12.2.0.23155</vt:lpwstr>
  </property>
</Properties>
</file>